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Проект "Старт на Луну"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Научно-исследовательская работа</a:t>
            </a:r>
          </a:p>
          <a:p>
            <a:r>
              <a:t>Конкурс "Старт в науку"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Цели проекта:</a:t>
            </a:r>
          </a:p>
          <a:p>
            <a:r>
              <a:t>• Исследование возможности пилотируемой миссии на Луну</a:t>
            </a:r>
          </a:p>
          <a:p>
            <a:r>
              <a:t>• Разработка технологий для межпланетных перелётов</a:t>
            </a:r>
          </a:p>
          <a:p>
            <a:r>
              <a:t>• Создание лунной базы для научных исследований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Современные достижения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Развитие ракетостроения (SpaceX Starship, NASA SLS)</a:t>
            </a:r>
          </a:p>
          <a:p>
            <a:r>
              <a:t>• Автоматические миссии на Луну</a:t>
            </a:r>
          </a:p>
          <a:p>
            <a:r>
              <a:t>• Международное сотрудничество в освоении космоса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Технические вызовы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Защита от радиации</a:t>
            </a:r>
          </a:p>
          <a:p>
            <a:r>
              <a:t>• Жизнеобеспечение в условиях низкой гравитации</a:t>
            </a:r>
          </a:p>
          <a:p>
            <a:r>
              <a:t>• Долгосрочное пребывание в космосе</a:t>
            </a:r>
          </a:p>
          <a:p>
            <a:r>
              <a:t>• Постройка инфраструктуры на Луне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миссии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Подготовительные автоматические миссии</a:t>
            </a:r>
          </a:p>
          <a:p>
            <a:r>
              <a:t>2. Тестирование технологий жизнеобеспечения</a:t>
            </a:r>
          </a:p>
          <a:p>
            <a:r>
              <a:t>3. Первый пилотируемый полёт</a:t>
            </a:r>
          </a:p>
          <a:p>
            <a:r>
              <a:t>4. Создание временной базы</a:t>
            </a:r>
          </a:p>
          <a:p>
            <a:r>
              <a:t>5. Постоянная лунная станция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Научная 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Изучение формирования Луны и Солнечной системы</a:t>
            </a:r>
          </a:p>
          <a:p>
            <a:r>
              <a:t>• Астрономические наблюдения без атмосферных помех</a:t>
            </a:r>
          </a:p>
          <a:p>
            <a:r>
              <a:t>• Поиск водяного льда и других ресурсов</a:t>
            </a:r>
          </a:p>
          <a:p>
            <a:r>
              <a:t>• Тестирование технологий для Марса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Экономический эффект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Развитие новых технологий</a:t>
            </a:r>
          </a:p>
          <a:p>
            <a:r>
              <a:t>• Создание рабочих мест в космической отрасли</a:t>
            </a:r>
          </a:p>
          <a:p>
            <a:r>
              <a:t>• Возможности добычи полезных ископаемых</a:t>
            </a:r>
          </a:p>
          <a:p>
            <a:r>
              <a:t>• Стимулирование инноваций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Миссия на Луну - важнейший этап в развитии человечества</a:t>
            </a:r>
          </a:p>
          <a:p>
            <a:r>
              <a:t>• Требует международного сотрудничества</a:t>
            </a:r>
          </a:p>
          <a:p>
            <a:r>
              <a:t>• Откроет новые горизонты для науки и технологий</a:t>
            </a:r>
          </a:p>
          <a:p>
            <a:r>
              <a:t>• Подготовит путь к освоению Марса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