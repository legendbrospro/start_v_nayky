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Caveat" panose="020B0604020202020204" charset="-52"/>
      <p:regular r:id="rId10"/>
    </p:embeddedFont>
    <p:embeddedFont>
      <p:font typeface="Merriweather" panose="00000500000000000000" pitchFamily="2" charset="-52"/>
      <p:regular r:id="rId11"/>
    </p:embeddedFont>
    <p:embeddedFont>
      <p:font typeface="Open Sans" panose="020B0606030504020204" pitchFamily="3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 useTimings="0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13" Type="http://schemas.openxmlformats.org/officeDocument/2006/relationships/image" Target="../media/image5.png"/><Relationship Id="rId3" Type="http://schemas.openxmlformats.org/officeDocument/2006/relationships/slide" Target="slide2.xml"/><Relationship Id="rId7" Type="http://schemas.openxmlformats.org/officeDocument/2006/relationships/slide" Target="slide4.xml"/><Relationship Id="rId12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3.xml"/><Relationship Id="rId11" Type="http://schemas.openxmlformats.org/officeDocument/2006/relationships/slide" Target="slide5.xml"/><Relationship Id="rId5" Type="http://schemas.openxmlformats.org/officeDocument/2006/relationships/image" Target="../media/image3.svg"/><Relationship Id="rId10" Type="http://schemas.openxmlformats.org/officeDocument/2006/relationships/slide" Target="slide6.xml"/><Relationship Id="rId4" Type="http://schemas.openxmlformats.org/officeDocument/2006/relationships/image" Target="../media/image2.png"/><Relationship Id="rId9" Type="http://schemas.openxmlformats.org/officeDocument/2006/relationships/slide" Target="slide8.xml"/><Relationship Id="rId14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svg"/><Relationship Id="rId4" Type="http://schemas.openxmlformats.org/officeDocument/2006/relationships/image" Target="../media/image3.sv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svg"/><Relationship Id="rId4" Type="http://schemas.openxmlformats.org/officeDocument/2006/relationships/image" Target="../media/image3.sv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svg"/><Relationship Id="rId4" Type="http://schemas.openxmlformats.org/officeDocument/2006/relationships/image" Target="../media/image3.sv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svg"/><Relationship Id="rId4" Type="http://schemas.openxmlformats.org/officeDocument/2006/relationships/image" Target="../media/image3.sv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svg"/><Relationship Id="rId4" Type="http://schemas.openxmlformats.org/officeDocument/2006/relationships/image" Target="../media/image3.svg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svg"/><Relationship Id="rId4" Type="http://schemas.openxmlformats.org/officeDocument/2006/relationships/image" Target="../media/image3.svg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svg"/><Relationship Id="rId4" Type="http://schemas.openxmlformats.org/officeDocument/2006/relationships/image" Target="../media/image3.sv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06502" y="1028700"/>
            <a:ext cx="19901003" cy="8059906"/>
          </a:xfrm>
          <a:custGeom>
            <a:avLst/>
            <a:gdLst/>
            <a:ahLst/>
            <a:cxnLst/>
            <a:rect l="l" t="t" r="r" b="b"/>
            <a:pathLst>
              <a:path w="19901003" h="8059906">
                <a:moveTo>
                  <a:pt x="0" y="0"/>
                </a:moveTo>
                <a:lnTo>
                  <a:pt x="19901004" y="0"/>
                </a:lnTo>
                <a:lnTo>
                  <a:pt x="19901004" y="8059906"/>
                </a:lnTo>
                <a:lnTo>
                  <a:pt x="0" y="8059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hlinkClick r:id="rId3" action="ppaction://hlinksldjump"/>
          </p:cNvPr>
          <p:cNvSpPr/>
          <p:nvPr/>
        </p:nvSpPr>
        <p:spPr>
          <a:xfrm flipH="1">
            <a:off x="3534066" y="2922198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458549" y="0"/>
                </a:moveTo>
                <a:lnTo>
                  <a:pt x="0" y="0"/>
                </a:lnTo>
                <a:lnTo>
                  <a:pt x="0" y="648889"/>
                </a:lnTo>
                <a:lnTo>
                  <a:pt x="458549" y="648889"/>
                </a:lnTo>
                <a:lnTo>
                  <a:pt x="45854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hlinkClick r:id="rId6" action="ppaction://hlinksldjump"/>
          </p:cNvPr>
          <p:cNvSpPr/>
          <p:nvPr/>
        </p:nvSpPr>
        <p:spPr>
          <a:xfrm>
            <a:off x="6050396" y="3704333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0" y="0"/>
                </a:moveTo>
                <a:lnTo>
                  <a:pt x="458548" y="0"/>
                </a:lnTo>
                <a:lnTo>
                  <a:pt x="458548" y="648889"/>
                </a:lnTo>
                <a:lnTo>
                  <a:pt x="0" y="6488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hlinkClick r:id="rId7" action="ppaction://hlinksldjump"/>
          </p:cNvPr>
          <p:cNvSpPr/>
          <p:nvPr/>
        </p:nvSpPr>
        <p:spPr>
          <a:xfrm flipH="1">
            <a:off x="7164543" y="3936851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458549" y="0"/>
                </a:moveTo>
                <a:lnTo>
                  <a:pt x="0" y="0"/>
                </a:lnTo>
                <a:lnTo>
                  <a:pt x="0" y="648889"/>
                </a:lnTo>
                <a:lnTo>
                  <a:pt x="458549" y="648889"/>
                </a:lnTo>
                <a:lnTo>
                  <a:pt x="45854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hlinkClick r:id="rId8" action="ppaction://hlinksldjump"/>
          </p:cNvPr>
          <p:cNvSpPr/>
          <p:nvPr/>
        </p:nvSpPr>
        <p:spPr>
          <a:xfrm flipH="1">
            <a:off x="5737761" y="6356298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458548" y="0"/>
                </a:moveTo>
                <a:lnTo>
                  <a:pt x="0" y="0"/>
                </a:lnTo>
                <a:lnTo>
                  <a:pt x="0" y="648889"/>
                </a:lnTo>
                <a:lnTo>
                  <a:pt x="458548" y="648889"/>
                </a:lnTo>
                <a:lnTo>
                  <a:pt x="45854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hlinkClick r:id="rId9" action="ppaction://hlinksldjump"/>
          </p:cNvPr>
          <p:cNvSpPr/>
          <p:nvPr/>
        </p:nvSpPr>
        <p:spPr>
          <a:xfrm flipH="1">
            <a:off x="2964313" y="7312822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458549" y="0"/>
                </a:moveTo>
                <a:lnTo>
                  <a:pt x="0" y="0"/>
                </a:lnTo>
                <a:lnTo>
                  <a:pt x="0" y="648889"/>
                </a:lnTo>
                <a:lnTo>
                  <a:pt x="458549" y="648889"/>
                </a:lnTo>
                <a:lnTo>
                  <a:pt x="45854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hlinkClick r:id="rId10" action="ppaction://hlinksldjump"/>
          </p:cNvPr>
          <p:cNvSpPr/>
          <p:nvPr/>
        </p:nvSpPr>
        <p:spPr>
          <a:xfrm>
            <a:off x="8215337" y="6198674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0" y="0"/>
                </a:moveTo>
                <a:lnTo>
                  <a:pt x="458549" y="0"/>
                </a:lnTo>
                <a:lnTo>
                  <a:pt x="458549" y="648890"/>
                </a:lnTo>
                <a:lnTo>
                  <a:pt x="0" y="648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hlinkClick r:id="rId11" action="ppaction://hlinksldjump"/>
          </p:cNvPr>
          <p:cNvSpPr/>
          <p:nvPr/>
        </p:nvSpPr>
        <p:spPr>
          <a:xfrm>
            <a:off x="10043802" y="6198674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0" y="0"/>
                </a:moveTo>
                <a:lnTo>
                  <a:pt x="458549" y="0"/>
                </a:lnTo>
                <a:lnTo>
                  <a:pt x="458549" y="648890"/>
                </a:lnTo>
                <a:lnTo>
                  <a:pt x="0" y="648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295583" y="9353554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458549" y="0"/>
                </a:moveTo>
                <a:lnTo>
                  <a:pt x="0" y="0"/>
                </a:lnTo>
                <a:lnTo>
                  <a:pt x="0" y="648890"/>
                </a:lnTo>
                <a:lnTo>
                  <a:pt x="458549" y="648890"/>
                </a:lnTo>
                <a:lnTo>
                  <a:pt x="45854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138189" y="38100"/>
            <a:ext cx="1126814" cy="848184"/>
          </a:xfrm>
          <a:custGeom>
            <a:avLst/>
            <a:gdLst/>
            <a:ahLst/>
            <a:cxnLst/>
            <a:rect l="l" t="t" r="r" b="b"/>
            <a:pathLst>
              <a:path w="1126814" h="848184">
                <a:moveTo>
                  <a:pt x="0" y="0"/>
                </a:moveTo>
                <a:lnTo>
                  <a:pt x="1126814" y="0"/>
                </a:lnTo>
                <a:lnTo>
                  <a:pt x="1126814" y="848184"/>
                </a:lnTo>
                <a:lnTo>
                  <a:pt x="0" y="84818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810589" y="90143"/>
            <a:ext cx="648457" cy="833297"/>
          </a:xfrm>
          <a:custGeom>
            <a:avLst/>
            <a:gdLst/>
            <a:ahLst/>
            <a:cxnLst/>
            <a:rect l="l" t="t" r="r" b="b"/>
            <a:pathLst>
              <a:path w="648457" h="833297">
                <a:moveTo>
                  <a:pt x="0" y="0"/>
                </a:moveTo>
                <a:lnTo>
                  <a:pt x="648457" y="0"/>
                </a:lnTo>
                <a:lnTo>
                  <a:pt x="648457" y="833297"/>
                </a:lnTo>
                <a:lnTo>
                  <a:pt x="0" y="83329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-458452" y="9354467"/>
            <a:ext cx="990859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– При нажатии на флажок выходит информация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01896" y="156818"/>
            <a:ext cx="6698193" cy="766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55"/>
              </a:lnSpc>
            </a:pPr>
            <a:r>
              <a:rPr lang="en-US" sz="5472" spc="-54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Кронштадт – город фортов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518610" y="9328352"/>
            <a:ext cx="1141045" cy="185579"/>
            <a:chOff x="0" y="0"/>
            <a:chExt cx="300522" cy="4887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00522" cy="48877"/>
            </a:xfrm>
            <a:custGeom>
              <a:avLst/>
              <a:gdLst/>
              <a:ahLst/>
              <a:cxnLst/>
              <a:rect l="l" t="t" r="r" b="b"/>
              <a:pathLst>
                <a:path w="300522" h="48877">
                  <a:moveTo>
                    <a:pt x="24438" y="0"/>
                  </a:moveTo>
                  <a:lnTo>
                    <a:pt x="276084" y="0"/>
                  </a:lnTo>
                  <a:cubicBezTo>
                    <a:pt x="289581" y="0"/>
                    <a:pt x="300522" y="10941"/>
                    <a:pt x="300522" y="24438"/>
                  </a:cubicBezTo>
                  <a:lnTo>
                    <a:pt x="300522" y="24438"/>
                  </a:lnTo>
                  <a:cubicBezTo>
                    <a:pt x="300522" y="30920"/>
                    <a:pt x="297947" y="37136"/>
                    <a:pt x="293364" y="41719"/>
                  </a:cubicBezTo>
                  <a:cubicBezTo>
                    <a:pt x="288781" y="46302"/>
                    <a:pt x="282565" y="48877"/>
                    <a:pt x="276084" y="48877"/>
                  </a:cubicBezTo>
                  <a:lnTo>
                    <a:pt x="24438" y="48877"/>
                  </a:lnTo>
                  <a:cubicBezTo>
                    <a:pt x="17957" y="48877"/>
                    <a:pt x="11741" y="46302"/>
                    <a:pt x="7158" y="41719"/>
                  </a:cubicBezTo>
                  <a:cubicBezTo>
                    <a:pt x="2575" y="37136"/>
                    <a:pt x="0" y="30920"/>
                    <a:pt x="0" y="24438"/>
                  </a:cubicBezTo>
                  <a:lnTo>
                    <a:pt x="0" y="24438"/>
                  </a:lnTo>
                  <a:cubicBezTo>
                    <a:pt x="0" y="17957"/>
                    <a:pt x="2575" y="11741"/>
                    <a:pt x="7158" y="7158"/>
                  </a:cubicBezTo>
                  <a:cubicBezTo>
                    <a:pt x="11741" y="2575"/>
                    <a:pt x="17957" y="0"/>
                    <a:pt x="24438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300522" cy="86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518610" y="9881079"/>
            <a:ext cx="1141045" cy="185579"/>
            <a:chOff x="0" y="0"/>
            <a:chExt cx="300522" cy="4887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00522" cy="48877"/>
            </a:xfrm>
            <a:custGeom>
              <a:avLst/>
              <a:gdLst/>
              <a:ahLst/>
              <a:cxnLst/>
              <a:rect l="l" t="t" r="r" b="b"/>
              <a:pathLst>
                <a:path w="300522" h="48877">
                  <a:moveTo>
                    <a:pt x="24438" y="0"/>
                  </a:moveTo>
                  <a:lnTo>
                    <a:pt x="276084" y="0"/>
                  </a:lnTo>
                  <a:cubicBezTo>
                    <a:pt x="289581" y="0"/>
                    <a:pt x="300522" y="10941"/>
                    <a:pt x="300522" y="24438"/>
                  </a:cubicBezTo>
                  <a:lnTo>
                    <a:pt x="300522" y="24438"/>
                  </a:lnTo>
                  <a:cubicBezTo>
                    <a:pt x="300522" y="30920"/>
                    <a:pt x="297947" y="37136"/>
                    <a:pt x="293364" y="41719"/>
                  </a:cubicBezTo>
                  <a:cubicBezTo>
                    <a:pt x="288781" y="46302"/>
                    <a:pt x="282565" y="48877"/>
                    <a:pt x="276084" y="48877"/>
                  </a:cubicBezTo>
                  <a:lnTo>
                    <a:pt x="24438" y="48877"/>
                  </a:lnTo>
                  <a:cubicBezTo>
                    <a:pt x="17957" y="48877"/>
                    <a:pt x="11741" y="46302"/>
                    <a:pt x="7158" y="41719"/>
                  </a:cubicBezTo>
                  <a:cubicBezTo>
                    <a:pt x="2575" y="37136"/>
                    <a:pt x="0" y="30920"/>
                    <a:pt x="0" y="24438"/>
                  </a:cubicBezTo>
                  <a:lnTo>
                    <a:pt x="0" y="24438"/>
                  </a:lnTo>
                  <a:cubicBezTo>
                    <a:pt x="0" y="17957"/>
                    <a:pt x="2575" y="11741"/>
                    <a:pt x="7158" y="7158"/>
                  </a:cubicBezTo>
                  <a:cubicBezTo>
                    <a:pt x="11741" y="2575"/>
                    <a:pt x="17957" y="0"/>
                    <a:pt x="24438" y="0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300522" cy="86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4036353" y="9240484"/>
            <a:ext cx="2579013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–– Маршрут по фортам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466564" y="9767134"/>
            <a:ext cx="4821436" cy="414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dirty="0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–– </a:t>
            </a:r>
            <a:r>
              <a:rPr lang="en-US" sz="2399" dirty="0" err="1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Маршрут</a:t>
            </a:r>
            <a:r>
              <a:rPr lang="en-US" sz="2399" dirty="0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до</a:t>
            </a:r>
            <a:r>
              <a:rPr lang="en-US" sz="2399" dirty="0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Санкт-Петербурга</a:t>
            </a:r>
            <a:endParaRPr lang="en-US" sz="2399" dirty="0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48"/>
    </mc:Choice>
    <mc:Fallback>
      <p:transition spd="slow" advTm="204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06502" y="1028700"/>
            <a:ext cx="19901003" cy="8059906"/>
          </a:xfrm>
          <a:custGeom>
            <a:avLst/>
            <a:gdLst/>
            <a:ahLst/>
            <a:cxnLst/>
            <a:rect l="l" t="t" r="r" b="b"/>
            <a:pathLst>
              <a:path w="19901003" h="8059906">
                <a:moveTo>
                  <a:pt x="0" y="0"/>
                </a:moveTo>
                <a:lnTo>
                  <a:pt x="19901004" y="0"/>
                </a:lnTo>
                <a:lnTo>
                  <a:pt x="19901004" y="8059906"/>
                </a:lnTo>
                <a:lnTo>
                  <a:pt x="0" y="8059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3534066" y="2922198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458549" y="0"/>
                </a:moveTo>
                <a:lnTo>
                  <a:pt x="0" y="0"/>
                </a:lnTo>
                <a:lnTo>
                  <a:pt x="0" y="648889"/>
                </a:lnTo>
                <a:lnTo>
                  <a:pt x="458549" y="648889"/>
                </a:lnTo>
                <a:lnTo>
                  <a:pt x="45854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050396" y="3704333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0" y="0"/>
                </a:moveTo>
                <a:lnTo>
                  <a:pt x="458548" y="0"/>
                </a:lnTo>
                <a:lnTo>
                  <a:pt x="458548" y="648889"/>
                </a:lnTo>
                <a:lnTo>
                  <a:pt x="0" y="648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7164543" y="3936851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458549" y="0"/>
                </a:moveTo>
                <a:lnTo>
                  <a:pt x="0" y="0"/>
                </a:lnTo>
                <a:lnTo>
                  <a:pt x="0" y="648889"/>
                </a:lnTo>
                <a:lnTo>
                  <a:pt x="458549" y="648889"/>
                </a:lnTo>
                <a:lnTo>
                  <a:pt x="45854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5737761" y="6356298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458548" y="0"/>
                </a:moveTo>
                <a:lnTo>
                  <a:pt x="0" y="0"/>
                </a:lnTo>
                <a:lnTo>
                  <a:pt x="0" y="648889"/>
                </a:lnTo>
                <a:lnTo>
                  <a:pt x="458548" y="648889"/>
                </a:lnTo>
                <a:lnTo>
                  <a:pt x="45854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2964313" y="7312822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458549" y="0"/>
                </a:moveTo>
                <a:lnTo>
                  <a:pt x="0" y="0"/>
                </a:lnTo>
                <a:lnTo>
                  <a:pt x="0" y="648889"/>
                </a:lnTo>
                <a:lnTo>
                  <a:pt x="458549" y="648889"/>
                </a:lnTo>
                <a:lnTo>
                  <a:pt x="45854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215337" y="6198674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0" y="0"/>
                </a:moveTo>
                <a:lnTo>
                  <a:pt x="458549" y="0"/>
                </a:lnTo>
                <a:lnTo>
                  <a:pt x="458549" y="648890"/>
                </a:lnTo>
                <a:lnTo>
                  <a:pt x="0" y="648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043802" y="6198674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0" y="0"/>
                </a:moveTo>
                <a:lnTo>
                  <a:pt x="458549" y="0"/>
                </a:lnTo>
                <a:lnTo>
                  <a:pt x="458549" y="648890"/>
                </a:lnTo>
                <a:lnTo>
                  <a:pt x="0" y="648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295583" y="9353554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458549" y="0"/>
                </a:moveTo>
                <a:lnTo>
                  <a:pt x="0" y="0"/>
                </a:lnTo>
                <a:lnTo>
                  <a:pt x="0" y="648890"/>
                </a:lnTo>
                <a:lnTo>
                  <a:pt x="458549" y="648890"/>
                </a:lnTo>
                <a:lnTo>
                  <a:pt x="45854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138189" y="38100"/>
            <a:ext cx="1126814" cy="848184"/>
          </a:xfrm>
          <a:custGeom>
            <a:avLst/>
            <a:gdLst/>
            <a:ahLst/>
            <a:cxnLst/>
            <a:rect l="l" t="t" r="r" b="b"/>
            <a:pathLst>
              <a:path w="1126814" h="848184">
                <a:moveTo>
                  <a:pt x="0" y="0"/>
                </a:moveTo>
                <a:lnTo>
                  <a:pt x="1126814" y="0"/>
                </a:lnTo>
                <a:lnTo>
                  <a:pt x="1126814" y="848184"/>
                </a:lnTo>
                <a:lnTo>
                  <a:pt x="0" y="8481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810589" y="90143"/>
            <a:ext cx="648457" cy="833297"/>
          </a:xfrm>
          <a:custGeom>
            <a:avLst/>
            <a:gdLst/>
            <a:ahLst/>
            <a:cxnLst/>
            <a:rect l="l" t="t" r="r" b="b"/>
            <a:pathLst>
              <a:path w="648457" h="833297">
                <a:moveTo>
                  <a:pt x="0" y="0"/>
                </a:moveTo>
                <a:lnTo>
                  <a:pt x="648457" y="0"/>
                </a:lnTo>
                <a:lnTo>
                  <a:pt x="648457" y="833297"/>
                </a:lnTo>
                <a:lnTo>
                  <a:pt x="0" y="8332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2518610" y="9328352"/>
            <a:ext cx="1141045" cy="185579"/>
            <a:chOff x="0" y="0"/>
            <a:chExt cx="300522" cy="4887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00522" cy="48877"/>
            </a:xfrm>
            <a:custGeom>
              <a:avLst/>
              <a:gdLst/>
              <a:ahLst/>
              <a:cxnLst/>
              <a:rect l="l" t="t" r="r" b="b"/>
              <a:pathLst>
                <a:path w="300522" h="48877">
                  <a:moveTo>
                    <a:pt x="24438" y="0"/>
                  </a:moveTo>
                  <a:lnTo>
                    <a:pt x="276084" y="0"/>
                  </a:lnTo>
                  <a:cubicBezTo>
                    <a:pt x="289581" y="0"/>
                    <a:pt x="300522" y="10941"/>
                    <a:pt x="300522" y="24438"/>
                  </a:cubicBezTo>
                  <a:lnTo>
                    <a:pt x="300522" y="24438"/>
                  </a:lnTo>
                  <a:cubicBezTo>
                    <a:pt x="300522" y="30920"/>
                    <a:pt x="297947" y="37136"/>
                    <a:pt x="293364" y="41719"/>
                  </a:cubicBezTo>
                  <a:cubicBezTo>
                    <a:pt x="288781" y="46302"/>
                    <a:pt x="282565" y="48877"/>
                    <a:pt x="276084" y="48877"/>
                  </a:cubicBezTo>
                  <a:lnTo>
                    <a:pt x="24438" y="48877"/>
                  </a:lnTo>
                  <a:cubicBezTo>
                    <a:pt x="17957" y="48877"/>
                    <a:pt x="11741" y="46302"/>
                    <a:pt x="7158" y="41719"/>
                  </a:cubicBezTo>
                  <a:cubicBezTo>
                    <a:pt x="2575" y="37136"/>
                    <a:pt x="0" y="30920"/>
                    <a:pt x="0" y="24438"/>
                  </a:cubicBezTo>
                  <a:lnTo>
                    <a:pt x="0" y="24438"/>
                  </a:lnTo>
                  <a:cubicBezTo>
                    <a:pt x="0" y="17957"/>
                    <a:pt x="2575" y="11741"/>
                    <a:pt x="7158" y="7158"/>
                  </a:cubicBezTo>
                  <a:cubicBezTo>
                    <a:pt x="11741" y="2575"/>
                    <a:pt x="17957" y="0"/>
                    <a:pt x="24438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300522" cy="86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518610" y="9881079"/>
            <a:ext cx="1141045" cy="185579"/>
            <a:chOff x="0" y="0"/>
            <a:chExt cx="300522" cy="4887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00522" cy="48877"/>
            </a:xfrm>
            <a:custGeom>
              <a:avLst/>
              <a:gdLst/>
              <a:ahLst/>
              <a:cxnLst/>
              <a:rect l="l" t="t" r="r" b="b"/>
              <a:pathLst>
                <a:path w="300522" h="48877">
                  <a:moveTo>
                    <a:pt x="24438" y="0"/>
                  </a:moveTo>
                  <a:lnTo>
                    <a:pt x="276084" y="0"/>
                  </a:lnTo>
                  <a:cubicBezTo>
                    <a:pt x="289581" y="0"/>
                    <a:pt x="300522" y="10941"/>
                    <a:pt x="300522" y="24438"/>
                  </a:cubicBezTo>
                  <a:lnTo>
                    <a:pt x="300522" y="24438"/>
                  </a:lnTo>
                  <a:cubicBezTo>
                    <a:pt x="300522" y="30920"/>
                    <a:pt x="297947" y="37136"/>
                    <a:pt x="293364" y="41719"/>
                  </a:cubicBezTo>
                  <a:cubicBezTo>
                    <a:pt x="288781" y="46302"/>
                    <a:pt x="282565" y="48877"/>
                    <a:pt x="276084" y="48877"/>
                  </a:cubicBezTo>
                  <a:lnTo>
                    <a:pt x="24438" y="48877"/>
                  </a:lnTo>
                  <a:cubicBezTo>
                    <a:pt x="17957" y="48877"/>
                    <a:pt x="11741" y="46302"/>
                    <a:pt x="7158" y="41719"/>
                  </a:cubicBezTo>
                  <a:cubicBezTo>
                    <a:pt x="2575" y="37136"/>
                    <a:pt x="0" y="30920"/>
                    <a:pt x="0" y="24438"/>
                  </a:cubicBezTo>
                  <a:lnTo>
                    <a:pt x="0" y="24438"/>
                  </a:lnTo>
                  <a:cubicBezTo>
                    <a:pt x="0" y="17957"/>
                    <a:pt x="2575" y="11741"/>
                    <a:pt x="7158" y="7158"/>
                  </a:cubicBezTo>
                  <a:cubicBezTo>
                    <a:pt x="11741" y="2575"/>
                    <a:pt x="17957" y="0"/>
                    <a:pt x="24438" y="0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300522" cy="86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495845" y="1219277"/>
            <a:ext cx="9014416" cy="997739"/>
            <a:chOff x="0" y="0"/>
            <a:chExt cx="2374167" cy="26277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374167" cy="262779"/>
            </a:xfrm>
            <a:custGeom>
              <a:avLst/>
              <a:gdLst/>
              <a:ahLst/>
              <a:cxnLst/>
              <a:rect l="l" t="t" r="r" b="b"/>
              <a:pathLst>
                <a:path w="2374167" h="262779">
                  <a:moveTo>
                    <a:pt x="14600" y="0"/>
                  </a:moveTo>
                  <a:lnTo>
                    <a:pt x="2359567" y="0"/>
                  </a:lnTo>
                  <a:cubicBezTo>
                    <a:pt x="2367630" y="0"/>
                    <a:pt x="2374167" y="6537"/>
                    <a:pt x="2374167" y="14600"/>
                  </a:cubicBezTo>
                  <a:lnTo>
                    <a:pt x="2374167" y="248179"/>
                  </a:lnTo>
                  <a:cubicBezTo>
                    <a:pt x="2374167" y="256242"/>
                    <a:pt x="2367630" y="262779"/>
                    <a:pt x="2359567" y="262779"/>
                  </a:cubicBezTo>
                  <a:lnTo>
                    <a:pt x="14600" y="262779"/>
                  </a:lnTo>
                  <a:cubicBezTo>
                    <a:pt x="6537" y="262779"/>
                    <a:pt x="0" y="256242"/>
                    <a:pt x="0" y="248179"/>
                  </a:cubicBezTo>
                  <a:lnTo>
                    <a:pt x="0" y="14600"/>
                  </a:lnTo>
                  <a:cubicBezTo>
                    <a:pt x="0" y="6537"/>
                    <a:pt x="6537" y="0"/>
                    <a:pt x="14600" y="0"/>
                  </a:cubicBezTo>
                  <a:close/>
                </a:path>
              </a:pathLst>
            </a:custGeom>
            <a:solidFill>
              <a:srgbClr val="FEF3F3">
                <a:alpha val="74902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76200"/>
              <a:ext cx="2374167" cy="3389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99"/>
                </a:lnSpc>
              </a:pPr>
              <a:r>
                <a:rPr lang="en-US" sz="3999" dirty="0" err="1">
                  <a:solidFill>
                    <a:srgbClr val="000000">
                      <a:alpha val="74902"/>
                    </a:srgbClr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Форт</a:t>
              </a:r>
              <a:r>
                <a:rPr lang="en-US" sz="3999" dirty="0">
                  <a:solidFill>
                    <a:srgbClr val="000000">
                      <a:alpha val="74902"/>
                    </a:srgbClr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: </a:t>
              </a:r>
              <a:r>
                <a:rPr lang="en-US" sz="3999" dirty="0" err="1">
                  <a:solidFill>
                    <a:srgbClr val="000000">
                      <a:alpha val="74902"/>
                    </a:srgbClr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Констатин</a:t>
              </a:r>
              <a:endParaRPr lang="en-US" sz="3999" dirty="0">
                <a:solidFill>
                  <a:srgbClr val="000000">
                    <a:alpha val="74902"/>
                  </a:srgbClr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4036353" y="3042690"/>
            <a:ext cx="4031806" cy="5770547"/>
            <a:chOff x="0" y="0"/>
            <a:chExt cx="1061875" cy="151981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61875" cy="1519815"/>
            </a:xfrm>
            <a:custGeom>
              <a:avLst/>
              <a:gdLst/>
              <a:ahLst/>
              <a:cxnLst/>
              <a:rect l="l" t="t" r="r" b="b"/>
              <a:pathLst>
                <a:path w="1061875" h="1519815">
                  <a:moveTo>
                    <a:pt x="32644" y="0"/>
                  </a:moveTo>
                  <a:lnTo>
                    <a:pt x="1029231" y="0"/>
                  </a:lnTo>
                  <a:cubicBezTo>
                    <a:pt x="1047260" y="0"/>
                    <a:pt x="1061875" y="14615"/>
                    <a:pt x="1061875" y="32644"/>
                  </a:cubicBezTo>
                  <a:lnTo>
                    <a:pt x="1061875" y="1487171"/>
                  </a:lnTo>
                  <a:cubicBezTo>
                    <a:pt x="1061875" y="1505200"/>
                    <a:pt x="1047260" y="1519815"/>
                    <a:pt x="1029231" y="1519815"/>
                  </a:cubicBezTo>
                  <a:lnTo>
                    <a:pt x="32644" y="1519815"/>
                  </a:lnTo>
                  <a:cubicBezTo>
                    <a:pt x="14615" y="1519815"/>
                    <a:pt x="0" y="1505200"/>
                    <a:pt x="0" y="1487171"/>
                  </a:cubicBezTo>
                  <a:lnTo>
                    <a:pt x="0" y="32644"/>
                  </a:lnTo>
                  <a:cubicBezTo>
                    <a:pt x="0" y="14615"/>
                    <a:pt x="14615" y="0"/>
                    <a:pt x="32644" y="0"/>
                  </a:cubicBezTo>
                  <a:close/>
                </a:path>
              </a:pathLst>
            </a:custGeom>
            <a:solidFill>
              <a:srgbClr val="129BD4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061875" cy="155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фото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495845" y="2376358"/>
            <a:ext cx="9014416" cy="6436879"/>
            <a:chOff x="0" y="0"/>
            <a:chExt cx="12019221" cy="8582505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12019221" cy="8582505"/>
              <a:chOff x="0" y="0"/>
              <a:chExt cx="2374167" cy="169531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2374167" cy="1695310"/>
              </a:xfrm>
              <a:custGeom>
                <a:avLst/>
                <a:gdLst/>
                <a:ahLst/>
                <a:cxnLst/>
                <a:rect l="l" t="t" r="r" b="b"/>
                <a:pathLst>
                  <a:path w="2374167" h="1695310">
                    <a:moveTo>
                      <a:pt x="14600" y="0"/>
                    </a:moveTo>
                    <a:lnTo>
                      <a:pt x="2359567" y="0"/>
                    </a:lnTo>
                    <a:cubicBezTo>
                      <a:pt x="2367630" y="0"/>
                      <a:pt x="2374167" y="6537"/>
                      <a:pt x="2374167" y="14600"/>
                    </a:cubicBezTo>
                    <a:lnTo>
                      <a:pt x="2374167" y="1680709"/>
                    </a:lnTo>
                    <a:cubicBezTo>
                      <a:pt x="2374167" y="1684582"/>
                      <a:pt x="2372629" y="1688295"/>
                      <a:pt x="2369891" y="1691033"/>
                    </a:cubicBezTo>
                    <a:cubicBezTo>
                      <a:pt x="2367153" y="1693771"/>
                      <a:pt x="2363439" y="1695310"/>
                      <a:pt x="2359567" y="1695310"/>
                    </a:cubicBezTo>
                    <a:lnTo>
                      <a:pt x="14600" y="1695310"/>
                    </a:lnTo>
                    <a:cubicBezTo>
                      <a:pt x="6537" y="1695310"/>
                      <a:pt x="0" y="1688773"/>
                      <a:pt x="0" y="1680709"/>
                    </a:cubicBezTo>
                    <a:lnTo>
                      <a:pt x="0" y="14600"/>
                    </a:lnTo>
                    <a:cubicBezTo>
                      <a:pt x="0" y="6537"/>
                      <a:pt x="6537" y="0"/>
                      <a:pt x="14600" y="0"/>
                    </a:cubicBezTo>
                    <a:close/>
                  </a:path>
                </a:pathLst>
              </a:custGeom>
              <a:solidFill>
                <a:srgbClr val="FEF3F3">
                  <a:alpha val="74902"/>
                </a:srgbClr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95250"/>
                <a:ext cx="2374167" cy="1790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7279"/>
                  </a:lnSpc>
                </a:pPr>
                <a:r>
                  <a:rPr lang="en-US" sz="5199" dirty="0" err="1">
                    <a:solidFill>
                      <a:srgbClr val="000000">
                        <a:alpha val="74902"/>
                      </a:srgbClr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Валера</a:t>
                </a:r>
                <a:r>
                  <a:rPr lang="en-US" sz="5199" dirty="0">
                    <a:solidFill>
                      <a:srgbClr val="000000">
                        <a:alpha val="74902"/>
                      </a:srgbClr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</a:t>
                </a:r>
                <a:r>
                  <a:rPr lang="en-US" sz="5199" dirty="0" err="1">
                    <a:solidFill>
                      <a:srgbClr val="000000">
                        <a:alpha val="74902"/>
                      </a:srgbClr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где</a:t>
                </a:r>
                <a:r>
                  <a:rPr lang="en-US" sz="5199" dirty="0">
                    <a:solidFill>
                      <a:srgbClr val="000000">
                        <a:alpha val="74902"/>
                      </a:srgbClr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</a:t>
                </a:r>
                <a:r>
                  <a:rPr lang="en-US" sz="5199" dirty="0" err="1">
                    <a:solidFill>
                      <a:srgbClr val="000000">
                        <a:alpha val="74902"/>
                      </a:srgbClr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инфа</a:t>
                </a:r>
                <a:endParaRPr lang="en-US" sz="5199" dirty="0">
                  <a:solidFill>
                    <a:srgbClr val="000000">
                      <a:alpha val="74902"/>
                    </a:srgbClr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29" name="Freeform 29">
              <a:hlinkClick r:id="rId8" action="ppaction://hlinksldjump"/>
            </p:cNvPr>
            <p:cNvSpPr/>
            <p:nvPr/>
          </p:nvSpPr>
          <p:spPr>
            <a:xfrm>
              <a:off x="157168" y="7274403"/>
              <a:ext cx="1127099" cy="1066518"/>
            </a:xfrm>
            <a:custGeom>
              <a:avLst/>
              <a:gdLst/>
              <a:ahLst/>
              <a:cxnLst/>
              <a:rect l="l" t="t" r="r" b="b"/>
              <a:pathLst>
                <a:path w="1127099" h="1066518">
                  <a:moveTo>
                    <a:pt x="0" y="0"/>
                  </a:moveTo>
                  <a:lnTo>
                    <a:pt x="1127099" y="0"/>
                  </a:lnTo>
                  <a:lnTo>
                    <a:pt x="1127099" y="1066518"/>
                  </a:lnTo>
                  <a:lnTo>
                    <a:pt x="0" y="1066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0" name="TextBox 30"/>
          <p:cNvSpPr txBox="1"/>
          <p:nvPr/>
        </p:nvSpPr>
        <p:spPr>
          <a:xfrm>
            <a:off x="-458452" y="9354467"/>
            <a:ext cx="990859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– При нажатии на флажок выходит информация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401896" y="156818"/>
            <a:ext cx="6698193" cy="766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55"/>
              </a:lnSpc>
            </a:pPr>
            <a:r>
              <a:rPr lang="en-US" sz="5472" spc="-54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Кронштадт – город фортов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036353" y="9240484"/>
            <a:ext cx="2579013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–– Маршрут по фортам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464134" y="9736418"/>
            <a:ext cx="4823866" cy="414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dirty="0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–– </a:t>
            </a:r>
            <a:r>
              <a:rPr lang="en-US" sz="2399" dirty="0" err="1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Маршрут</a:t>
            </a:r>
            <a:r>
              <a:rPr lang="en-US" sz="2399" dirty="0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до</a:t>
            </a:r>
            <a:r>
              <a:rPr lang="en-US" sz="2399" dirty="0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Санкт-Петербурга</a:t>
            </a:r>
            <a:endParaRPr lang="en-US" sz="2399" dirty="0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06502" y="1028700"/>
            <a:ext cx="19901003" cy="8059906"/>
          </a:xfrm>
          <a:custGeom>
            <a:avLst/>
            <a:gdLst/>
            <a:ahLst/>
            <a:cxnLst/>
            <a:rect l="l" t="t" r="r" b="b"/>
            <a:pathLst>
              <a:path w="19901003" h="8059906">
                <a:moveTo>
                  <a:pt x="0" y="0"/>
                </a:moveTo>
                <a:lnTo>
                  <a:pt x="19901004" y="0"/>
                </a:lnTo>
                <a:lnTo>
                  <a:pt x="19901004" y="8059906"/>
                </a:lnTo>
                <a:lnTo>
                  <a:pt x="0" y="8059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3534066" y="2922198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458549" y="0"/>
                </a:moveTo>
                <a:lnTo>
                  <a:pt x="0" y="0"/>
                </a:lnTo>
                <a:lnTo>
                  <a:pt x="0" y="648889"/>
                </a:lnTo>
                <a:lnTo>
                  <a:pt x="458549" y="648889"/>
                </a:lnTo>
                <a:lnTo>
                  <a:pt x="45854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050396" y="3704333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0" y="0"/>
                </a:moveTo>
                <a:lnTo>
                  <a:pt x="458548" y="0"/>
                </a:lnTo>
                <a:lnTo>
                  <a:pt x="458548" y="648889"/>
                </a:lnTo>
                <a:lnTo>
                  <a:pt x="0" y="648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7164543" y="3936851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458549" y="0"/>
                </a:moveTo>
                <a:lnTo>
                  <a:pt x="0" y="0"/>
                </a:lnTo>
                <a:lnTo>
                  <a:pt x="0" y="648889"/>
                </a:lnTo>
                <a:lnTo>
                  <a:pt x="458549" y="648889"/>
                </a:lnTo>
                <a:lnTo>
                  <a:pt x="45854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5737761" y="6356298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458548" y="0"/>
                </a:moveTo>
                <a:lnTo>
                  <a:pt x="0" y="0"/>
                </a:lnTo>
                <a:lnTo>
                  <a:pt x="0" y="648889"/>
                </a:lnTo>
                <a:lnTo>
                  <a:pt x="458548" y="648889"/>
                </a:lnTo>
                <a:lnTo>
                  <a:pt x="45854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2964313" y="7312822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458549" y="0"/>
                </a:moveTo>
                <a:lnTo>
                  <a:pt x="0" y="0"/>
                </a:lnTo>
                <a:lnTo>
                  <a:pt x="0" y="648889"/>
                </a:lnTo>
                <a:lnTo>
                  <a:pt x="458549" y="648889"/>
                </a:lnTo>
                <a:lnTo>
                  <a:pt x="45854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215337" y="6198674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0" y="0"/>
                </a:moveTo>
                <a:lnTo>
                  <a:pt x="458549" y="0"/>
                </a:lnTo>
                <a:lnTo>
                  <a:pt x="458549" y="648890"/>
                </a:lnTo>
                <a:lnTo>
                  <a:pt x="0" y="648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043802" y="6198674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0" y="0"/>
                </a:moveTo>
                <a:lnTo>
                  <a:pt x="458549" y="0"/>
                </a:lnTo>
                <a:lnTo>
                  <a:pt x="458549" y="648890"/>
                </a:lnTo>
                <a:lnTo>
                  <a:pt x="0" y="648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295583" y="9353554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458549" y="0"/>
                </a:moveTo>
                <a:lnTo>
                  <a:pt x="0" y="0"/>
                </a:lnTo>
                <a:lnTo>
                  <a:pt x="0" y="648890"/>
                </a:lnTo>
                <a:lnTo>
                  <a:pt x="458549" y="648890"/>
                </a:lnTo>
                <a:lnTo>
                  <a:pt x="45854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138189" y="38100"/>
            <a:ext cx="1126814" cy="848184"/>
          </a:xfrm>
          <a:custGeom>
            <a:avLst/>
            <a:gdLst/>
            <a:ahLst/>
            <a:cxnLst/>
            <a:rect l="l" t="t" r="r" b="b"/>
            <a:pathLst>
              <a:path w="1126814" h="848184">
                <a:moveTo>
                  <a:pt x="0" y="0"/>
                </a:moveTo>
                <a:lnTo>
                  <a:pt x="1126814" y="0"/>
                </a:lnTo>
                <a:lnTo>
                  <a:pt x="1126814" y="848184"/>
                </a:lnTo>
                <a:lnTo>
                  <a:pt x="0" y="8481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810589" y="90143"/>
            <a:ext cx="648457" cy="833297"/>
          </a:xfrm>
          <a:custGeom>
            <a:avLst/>
            <a:gdLst/>
            <a:ahLst/>
            <a:cxnLst/>
            <a:rect l="l" t="t" r="r" b="b"/>
            <a:pathLst>
              <a:path w="648457" h="833297">
                <a:moveTo>
                  <a:pt x="0" y="0"/>
                </a:moveTo>
                <a:lnTo>
                  <a:pt x="648457" y="0"/>
                </a:lnTo>
                <a:lnTo>
                  <a:pt x="648457" y="833297"/>
                </a:lnTo>
                <a:lnTo>
                  <a:pt x="0" y="8332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-458452" y="9354467"/>
            <a:ext cx="990859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– При нажатии на флажок выходит информация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01896" y="156818"/>
            <a:ext cx="6698193" cy="766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55"/>
              </a:lnSpc>
            </a:pPr>
            <a:r>
              <a:rPr lang="en-US" sz="5472" spc="-54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Кронштадт – город фортов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518610" y="9328352"/>
            <a:ext cx="1141045" cy="185579"/>
            <a:chOff x="0" y="0"/>
            <a:chExt cx="300522" cy="4887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00522" cy="48877"/>
            </a:xfrm>
            <a:custGeom>
              <a:avLst/>
              <a:gdLst/>
              <a:ahLst/>
              <a:cxnLst/>
              <a:rect l="l" t="t" r="r" b="b"/>
              <a:pathLst>
                <a:path w="300522" h="48877">
                  <a:moveTo>
                    <a:pt x="24438" y="0"/>
                  </a:moveTo>
                  <a:lnTo>
                    <a:pt x="276084" y="0"/>
                  </a:lnTo>
                  <a:cubicBezTo>
                    <a:pt x="289581" y="0"/>
                    <a:pt x="300522" y="10941"/>
                    <a:pt x="300522" y="24438"/>
                  </a:cubicBezTo>
                  <a:lnTo>
                    <a:pt x="300522" y="24438"/>
                  </a:lnTo>
                  <a:cubicBezTo>
                    <a:pt x="300522" y="30920"/>
                    <a:pt x="297947" y="37136"/>
                    <a:pt x="293364" y="41719"/>
                  </a:cubicBezTo>
                  <a:cubicBezTo>
                    <a:pt x="288781" y="46302"/>
                    <a:pt x="282565" y="48877"/>
                    <a:pt x="276084" y="48877"/>
                  </a:cubicBezTo>
                  <a:lnTo>
                    <a:pt x="24438" y="48877"/>
                  </a:lnTo>
                  <a:cubicBezTo>
                    <a:pt x="17957" y="48877"/>
                    <a:pt x="11741" y="46302"/>
                    <a:pt x="7158" y="41719"/>
                  </a:cubicBezTo>
                  <a:cubicBezTo>
                    <a:pt x="2575" y="37136"/>
                    <a:pt x="0" y="30920"/>
                    <a:pt x="0" y="24438"/>
                  </a:cubicBezTo>
                  <a:lnTo>
                    <a:pt x="0" y="24438"/>
                  </a:lnTo>
                  <a:cubicBezTo>
                    <a:pt x="0" y="17957"/>
                    <a:pt x="2575" y="11741"/>
                    <a:pt x="7158" y="7158"/>
                  </a:cubicBezTo>
                  <a:cubicBezTo>
                    <a:pt x="11741" y="2575"/>
                    <a:pt x="17957" y="0"/>
                    <a:pt x="24438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300522" cy="86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518610" y="9881079"/>
            <a:ext cx="1141045" cy="185579"/>
            <a:chOff x="0" y="0"/>
            <a:chExt cx="300522" cy="4887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00522" cy="48877"/>
            </a:xfrm>
            <a:custGeom>
              <a:avLst/>
              <a:gdLst/>
              <a:ahLst/>
              <a:cxnLst/>
              <a:rect l="l" t="t" r="r" b="b"/>
              <a:pathLst>
                <a:path w="300522" h="48877">
                  <a:moveTo>
                    <a:pt x="24438" y="0"/>
                  </a:moveTo>
                  <a:lnTo>
                    <a:pt x="276084" y="0"/>
                  </a:lnTo>
                  <a:cubicBezTo>
                    <a:pt x="289581" y="0"/>
                    <a:pt x="300522" y="10941"/>
                    <a:pt x="300522" y="24438"/>
                  </a:cubicBezTo>
                  <a:lnTo>
                    <a:pt x="300522" y="24438"/>
                  </a:lnTo>
                  <a:cubicBezTo>
                    <a:pt x="300522" y="30920"/>
                    <a:pt x="297947" y="37136"/>
                    <a:pt x="293364" y="41719"/>
                  </a:cubicBezTo>
                  <a:cubicBezTo>
                    <a:pt x="288781" y="46302"/>
                    <a:pt x="282565" y="48877"/>
                    <a:pt x="276084" y="48877"/>
                  </a:cubicBezTo>
                  <a:lnTo>
                    <a:pt x="24438" y="48877"/>
                  </a:lnTo>
                  <a:cubicBezTo>
                    <a:pt x="17957" y="48877"/>
                    <a:pt x="11741" y="46302"/>
                    <a:pt x="7158" y="41719"/>
                  </a:cubicBezTo>
                  <a:cubicBezTo>
                    <a:pt x="2575" y="37136"/>
                    <a:pt x="0" y="30920"/>
                    <a:pt x="0" y="24438"/>
                  </a:cubicBezTo>
                  <a:lnTo>
                    <a:pt x="0" y="24438"/>
                  </a:lnTo>
                  <a:cubicBezTo>
                    <a:pt x="0" y="17957"/>
                    <a:pt x="2575" y="11741"/>
                    <a:pt x="7158" y="7158"/>
                  </a:cubicBezTo>
                  <a:cubicBezTo>
                    <a:pt x="11741" y="2575"/>
                    <a:pt x="17957" y="0"/>
                    <a:pt x="24438" y="0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300522" cy="86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4036353" y="9240484"/>
            <a:ext cx="2579013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–– Маршрут по фортам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466564" y="9781383"/>
            <a:ext cx="4821436" cy="414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dirty="0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–– </a:t>
            </a:r>
            <a:r>
              <a:rPr lang="en-US" sz="2399" dirty="0" err="1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Маршрут</a:t>
            </a:r>
            <a:r>
              <a:rPr lang="en-US" sz="2399" dirty="0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до</a:t>
            </a:r>
            <a:r>
              <a:rPr lang="en-US" sz="2399" dirty="0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Санкт-Петербурга</a:t>
            </a:r>
            <a:endParaRPr lang="en-US" sz="2399" dirty="0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4495845" y="1151030"/>
            <a:ext cx="9014416" cy="997739"/>
            <a:chOff x="0" y="0"/>
            <a:chExt cx="2374167" cy="26277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374167" cy="262779"/>
            </a:xfrm>
            <a:custGeom>
              <a:avLst/>
              <a:gdLst/>
              <a:ahLst/>
              <a:cxnLst/>
              <a:rect l="l" t="t" r="r" b="b"/>
              <a:pathLst>
                <a:path w="2374167" h="262779">
                  <a:moveTo>
                    <a:pt x="14600" y="0"/>
                  </a:moveTo>
                  <a:lnTo>
                    <a:pt x="2359567" y="0"/>
                  </a:lnTo>
                  <a:cubicBezTo>
                    <a:pt x="2367630" y="0"/>
                    <a:pt x="2374167" y="6537"/>
                    <a:pt x="2374167" y="14600"/>
                  </a:cubicBezTo>
                  <a:lnTo>
                    <a:pt x="2374167" y="248179"/>
                  </a:lnTo>
                  <a:cubicBezTo>
                    <a:pt x="2374167" y="256242"/>
                    <a:pt x="2367630" y="262779"/>
                    <a:pt x="2359567" y="262779"/>
                  </a:cubicBezTo>
                  <a:lnTo>
                    <a:pt x="14600" y="262779"/>
                  </a:lnTo>
                  <a:cubicBezTo>
                    <a:pt x="6537" y="262779"/>
                    <a:pt x="0" y="256242"/>
                    <a:pt x="0" y="248179"/>
                  </a:cubicBezTo>
                  <a:lnTo>
                    <a:pt x="0" y="14600"/>
                  </a:lnTo>
                  <a:cubicBezTo>
                    <a:pt x="0" y="6537"/>
                    <a:pt x="6537" y="0"/>
                    <a:pt x="14600" y="0"/>
                  </a:cubicBezTo>
                  <a:close/>
                </a:path>
              </a:pathLst>
            </a:custGeom>
            <a:solidFill>
              <a:srgbClr val="FEF3F3">
                <a:alpha val="74902"/>
              </a:srgbClr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76200"/>
              <a:ext cx="2374167" cy="3389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99"/>
                </a:lnSpc>
              </a:pPr>
              <a:r>
                <a:rPr lang="en-US" sz="3999" dirty="0" err="1">
                  <a:solidFill>
                    <a:srgbClr val="000000">
                      <a:alpha val="74902"/>
                    </a:srgbClr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Форт</a:t>
              </a:r>
              <a:r>
                <a:rPr lang="en-US" sz="3999" dirty="0">
                  <a:solidFill>
                    <a:srgbClr val="000000">
                      <a:alpha val="74902"/>
                    </a:srgbClr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: </a:t>
              </a:r>
              <a:r>
                <a:rPr lang="en-US" sz="3999" dirty="0" err="1">
                  <a:solidFill>
                    <a:srgbClr val="000000">
                      <a:alpha val="74902"/>
                    </a:srgbClr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Александр</a:t>
              </a:r>
              <a:r>
                <a:rPr lang="en-US" sz="3999" dirty="0">
                  <a:solidFill>
                    <a:srgbClr val="000000">
                      <a:alpha val="74902"/>
                    </a:srgbClr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 I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036353" y="3042690"/>
            <a:ext cx="4031806" cy="5770547"/>
            <a:chOff x="0" y="0"/>
            <a:chExt cx="1061875" cy="151981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61875" cy="1519815"/>
            </a:xfrm>
            <a:custGeom>
              <a:avLst/>
              <a:gdLst/>
              <a:ahLst/>
              <a:cxnLst/>
              <a:rect l="l" t="t" r="r" b="b"/>
              <a:pathLst>
                <a:path w="1061875" h="1519815">
                  <a:moveTo>
                    <a:pt x="32644" y="0"/>
                  </a:moveTo>
                  <a:lnTo>
                    <a:pt x="1029231" y="0"/>
                  </a:lnTo>
                  <a:cubicBezTo>
                    <a:pt x="1047260" y="0"/>
                    <a:pt x="1061875" y="14615"/>
                    <a:pt x="1061875" y="32644"/>
                  </a:cubicBezTo>
                  <a:lnTo>
                    <a:pt x="1061875" y="1487171"/>
                  </a:lnTo>
                  <a:cubicBezTo>
                    <a:pt x="1061875" y="1505200"/>
                    <a:pt x="1047260" y="1519815"/>
                    <a:pt x="1029231" y="1519815"/>
                  </a:cubicBezTo>
                  <a:lnTo>
                    <a:pt x="32644" y="1519815"/>
                  </a:lnTo>
                  <a:cubicBezTo>
                    <a:pt x="14615" y="1519815"/>
                    <a:pt x="0" y="1505200"/>
                    <a:pt x="0" y="1487171"/>
                  </a:cubicBezTo>
                  <a:lnTo>
                    <a:pt x="0" y="32644"/>
                  </a:lnTo>
                  <a:cubicBezTo>
                    <a:pt x="0" y="14615"/>
                    <a:pt x="14615" y="0"/>
                    <a:pt x="32644" y="0"/>
                  </a:cubicBezTo>
                  <a:close/>
                </a:path>
              </a:pathLst>
            </a:custGeom>
            <a:solidFill>
              <a:srgbClr val="129BD4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061875" cy="155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фото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495845" y="2376358"/>
            <a:ext cx="9014416" cy="6436879"/>
            <a:chOff x="0" y="0"/>
            <a:chExt cx="12019221" cy="8582505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12019221" cy="8582505"/>
              <a:chOff x="0" y="0"/>
              <a:chExt cx="2374167" cy="169531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2374167" cy="1695310"/>
              </a:xfrm>
              <a:custGeom>
                <a:avLst/>
                <a:gdLst/>
                <a:ahLst/>
                <a:cxnLst/>
                <a:rect l="l" t="t" r="r" b="b"/>
                <a:pathLst>
                  <a:path w="2374167" h="1695310">
                    <a:moveTo>
                      <a:pt x="14600" y="0"/>
                    </a:moveTo>
                    <a:lnTo>
                      <a:pt x="2359567" y="0"/>
                    </a:lnTo>
                    <a:cubicBezTo>
                      <a:pt x="2367630" y="0"/>
                      <a:pt x="2374167" y="6537"/>
                      <a:pt x="2374167" y="14600"/>
                    </a:cubicBezTo>
                    <a:lnTo>
                      <a:pt x="2374167" y="1680709"/>
                    </a:lnTo>
                    <a:cubicBezTo>
                      <a:pt x="2374167" y="1684582"/>
                      <a:pt x="2372629" y="1688295"/>
                      <a:pt x="2369891" y="1691033"/>
                    </a:cubicBezTo>
                    <a:cubicBezTo>
                      <a:pt x="2367153" y="1693771"/>
                      <a:pt x="2363439" y="1695310"/>
                      <a:pt x="2359567" y="1695310"/>
                    </a:cubicBezTo>
                    <a:lnTo>
                      <a:pt x="14600" y="1695310"/>
                    </a:lnTo>
                    <a:cubicBezTo>
                      <a:pt x="6537" y="1695310"/>
                      <a:pt x="0" y="1688773"/>
                      <a:pt x="0" y="1680709"/>
                    </a:cubicBezTo>
                    <a:lnTo>
                      <a:pt x="0" y="14600"/>
                    </a:lnTo>
                    <a:cubicBezTo>
                      <a:pt x="0" y="6537"/>
                      <a:pt x="6537" y="0"/>
                      <a:pt x="14600" y="0"/>
                    </a:cubicBezTo>
                    <a:close/>
                  </a:path>
                </a:pathLst>
              </a:custGeom>
              <a:solidFill>
                <a:srgbClr val="FEF3F3">
                  <a:alpha val="74902"/>
                </a:srgbClr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95250"/>
                <a:ext cx="2374167" cy="1790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7279"/>
                  </a:lnSpc>
                </a:pPr>
                <a:r>
                  <a:rPr lang="en-US" sz="5199">
                    <a:solidFill>
                      <a:srgbClr val="000000">
                        <a:alpha val="74902"/>
                      </a:srgbClr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Валера где инфа</a:t>
                </a:r>
              </a:p>
            </p:txBody>
          </p:sp>
        </p:grpSp>
        <p:sp>
          <p:nvSpPr>
            <p:cNvPr id="33" name="Freeform 33">
              <a:hlinkClick r:id="rId8" action="ppaction://hlinksldjump"/>
            </p:cNvPr>
            <p:cNvSpPr/>
            <p:nvPr/>
          </p:nvSpPr>
          <p:spPr>
            <a:xfrm>
              <a:off x="157168" y="7274403"/>
              <a:ext cx="1127099" cy="1066518"/>
            </a:xfrm>
            <a:custGeom>
              <a:avLst/>
              <a:gdLst/>
              <a:ahLst/>
              <a:cxnLst/>
              <a:rect l="l" t="t" r="r" b="b"/>
              <a:pathLst>
                <a:path w="1127099" h="1066518">
                  <a:moveTo>
                    <a:pt x="0" y="0"/>
                  </a:moveTo>
                  <a:lnTo>
                    <a:pt x="1127099" y="0"/>
                  </a:lnTo>
                  <a:lnTo>
                    <a:pt x="1127099" y="1066518"/>
                  </a:lnTo>
                  <a:lnTo>
                    <a:pt x="0" y="1066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06502" y="1028700"/>
            <a:ext cx="19901003" cy="8059906"/>
          </a:xfrm>
          <a:custGeom>
            <a:avLst/>
            <a:gdLst/>
            <a:ahLst/>
            <a:cxnLst/>
            <a:rect l="l" t="t" r="r" b="b"/>
            <a:pathLst>
              <a:path w="19901003" h="8059906">
                <a:moveTo>
                  <a:pt x="0" y="0"/>
                </a:moveTo>
                <a:lnTo>
                  <a:pt x="19901004" y="0"/>
                </a:lnTo>
                <a:lnTo>
                  <a:pt x="19901004" y="8059906"/>
                </a:lnTo>
                <a:lnTo>
                  <a:pt x="0" y="8059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3534066" y="2922198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458549" y="0"/>
                </a:moveTo>
                <a:lnTo>
                  <a:pt x="0" y="0"/>
                </a:lnTo>
                <a:lnTo>
                  <a:pt x="0" y="648889"/>
                </a:lnTo>
                <a:lnTo>
                  <a:pt x="458549" y="648889"/>
                </a:lnTo>
                <a:lnTo>
                  <a:pt x="45854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050396" y="3704333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0" y="0"/>
                </a:moveTo>
                <a:lnTo>
                  <a:pt x="458548" y="0"/>
                </a:lnTo>
                <a:lnTo>
                  <a:pt x="458548" y="648889"/>
                </a:lnTo>
                <a:lnTo>
                  <a:pt x="0" y="648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7164543" y="3936851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458549" y="0"/>
                </a:moveTo>
                <a:lnTo>
                  <a:pt x="0" y="0"/>
                </a:lnTo>
                <a:lnTo>
                  <a:pt x="0" y="648889"/>
                </a:lnTo>
                <a:lnTo>
                  <a:pt x="458549" y="648889"/>
                </a:lnTo>
                <a:lnTo>
                  <a:pt x="45854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5737761" y="6356298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458548" y="0"/>
                </a:moveTo>
                <a:lnTo>
                  <a:pt x="0" y="0"/>
                </a:lnTo>
                <a:lnTo>
                  <a:pt x="0" y="648889"/>
                </a:lnTo>
                <a:lnTo>
                  <a:pt x="458548" y="648889"/>
                </a:lnTo>
                <a:lnTo>
                  <a:pt x="45854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2964313" y="7312822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458549" y="0"/>
                </a:moveTo>
                <a:lnTo>
                  <a:pt x="0" y="0"/>
                </a:lnTo>
                <a:lnTo>
                  <a:pt x="0" y="648889"/>
                </a:lnTo>
                <a:lnTo>
                  <a:pt x="458549" y="648889"/>
                </a:lnTo>
                <a:lnTo>
                  <a:pt x="45854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215337" y="6198674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0" y="0"/>
                </a:moveTo>
                <a:lnTo>
                  <a:pt x="458549" y="0"/>
                </a:lnTo>
                <a:lnTo>
                  <a:pt x="458549" y="648890"/>
                </a:lnTo>
                <a:lnTo>
                  <a:pt x="0" y="648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043802" y="6198674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0" y="0"/>
                </a:moveTo>
                <a:lnTo>
                  <a:pt x="458549" y="0"/>
                </a:lnTo>
                <a:lnTo>
                  <a:pt x="458549" y="648890"/>
                </a:lnTo>
                <a:lnTo>
                  <a:pt x="0" y="648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295583" y="9353554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458549" y="0"/>
                </a:moveTo>
                <a:lnTo>
                  <a:pt x="0" y="0"/>
                </a:lnTo>
                <a:lnTo>
                  <a:pt x="0" y="648890"/>
                </a:lnTo>
                <a:lnTo>
                  <a:pt x="458549" y="648890"/>
                </a:lnTo>
                <a:lnTo>
                  <a:pt x="45854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138189" y="38100"/>
            <a:ext cx="1126814" cy="848184"/>
          </a:xfrm>
          <a:custGeom>
            <a:avLst/>
            <a:gdLst/>
            <a:ahLst/>
            <a:cxnLst/>
            <a:rect l="l" t="t" r="r" b="b"/>
            <a:pathLst>
              <a:path w="1126814" h="848184">
                <a:moveTo>
                  <a:pt x="0" y="0"/>
                </a:moveTo>
                <a:lnTo>
                  <a:pt x="1126814" y="0"/>
                </a:lnTo>
                <a:lnTo>
                  <a:pt x="1126814" y="848184"/>
                </a:lnTo>
                <a:lnTo>
                  <a:pt x="0" y="8481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810589" y="90143"/>
            <a:ext cx="648457" cy="833297"/>
          </a:xfrm>
          <a:custGeom>
            <a:avLst/>
            <a:gdLst/>
            <a:ahLst/>
            <a:cxnLst/>
            <a:rect l="l" t="t" r="r" b="b"/>
            <a:pathLst>
              <a:path w="648457" h="833297">
                <a:moveTo>
                  <a:pt x="0" y="0"/>
                </a:moveTo>
                <a:lnTo>
                  <a:pt x="648457" y="0"/>
                </a:lnTo>
                <a:lnTo>
                  <a:pt x="648457" y="833297"/>
                </a:lnTo>
                <a:lnTo>
                  <a:pt x="0" y="8332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-458452" y="9354467"/>
            <a:ext cx="990859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– При нажатии на флажок выходит информация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01896" y="156818"/>
            <a:ext cx="6698193" cy="766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55"/>
              </a:lnSpc>
            </a:pPr>
            <a:r>
              <a:rPr lang="en-US" sz="5472" spc="-54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Кронштадт – город фортов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518610" y="9328352"/>
            <a:ext cx="1141045" cy="185579"/>
            <a:chOff x="0" y="0"/>
            <a:chExt cx="300522" cy="4887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00522" cy="48877"/>
            </a:xfrm>
            <a:custGeom>
              <a:avLst/>
              <a:gdLst/>
              <a:ahLst/>
              <a:cxnLst/>
              <a:rect l="l" t="t" r="r" b="b"/>
              <a:pathLst>
                <a:path w="300522" h="48877">
                  <a:moveTo>
                    <a:pt x="24438" y="0"/>
                  </a:moveTo>
                  <a:lnTo>
                    <a:pt x="276084" y="0"/>
                  </a:lnTo>
                  <a:cubicBezTo>
                    <a:pt x="289581" y="0"/>
                    <a:pt x="300522" y="10941"/>
                    <a:pt x="300522" y="24438"/>
                  </a:cubicBezTo>
                  <a:lnTo>
                    <a:pt x="300522" y="24438"/>
                  </a:lnTo>
                  <a:cubicBezTo>
                    <a:pt x="300522" y="30920"/>
                    <a:pt x="297947" y="37136"/>
                    <a:pt x="293364" y="41719"/>
                  </a:cubicBezTo>
                  <a:cubicBezTo>
                    <a:pt x="288781" y="46302"/>
                    <a:pt x="282565" y="48877"/>
                    <a:pt x="276084" y="48877"/>
                  </a:cubicBezTo>
                  <a:lnTo>
                    <a:pt x="24438" y="48877"/>
                  </a:lnTo>
                  <a:cubicBezTo>
                    <a:pt x="17957" y="48877"/>
                    <a:pt x="11741" y="46302"/>
                    <a:pt x="7158" y="41719"/>
                  </a:cubicBezTo>
                  <a:cubicBezTo>
                    <a:pt x="2575" y="37136"/>
                    <a:pt x="0" y="30920"/>
                    <a:pt x="0" y="24438"/>
                  </a:cubicBezTo>
                  <a:lnTo>
                    <a:pt x="0" y="24438"/>
                  </a:lnTo>
                  <a:cubicBezTo>
                    <a:pt x="0" y="17957"/>
                    <a:pt x="2575" y="11741"/>
                    <a:pt x="7158" y="7158"/>
                  </a:cubicBezTo>
                  <a:cubicBezTo>
                    <a:pt x="11741" y="2575"/>
                    <a:pt x="17957" y="0"/>
                    <a:pt x="24438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300522" cy="86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518610" y="9881079"/>
            <a:ext cx="1141045" cy="185579"/>
            <a:chOff x="0" y="0"/>
            <a:chExt cx="300522" cy="4887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00522" cy="48877"/>
            </a:xfrm>
            <a:custGeom>
              <a:avLst/>
              <a:gdLst/>
              <a:ahLst/>
              <a:cxnLst/>
              <a:rect l="l" t="t" r="r" b="b"/>
              <a:pathLst>
                <a:path w="300522" h="48877">
                  <a:moveTo>
                    <a:pt x="24438" y="0"/>
                  </a:moveTo>
                  <a:lnTo>
                    <a:pt x="276084" y="0"/>
                  </a:lnTo>
                  <a:cubicBezTo>
                    <a:pt x="289581" y="0"/>
                    <a:pt x="300522" y="10941"/>
                    <a:pt x="300522" y="24438"/>
                  </a:cubicBezTo>
                  <a:lnTo>
                    <a:pt x="300522" y="24438"/>
                  </a:lnTo>
                  <a:cubicBezTo>
                    <a:pt x="300522" y="30920"/>
                    <a:pt x="297947" y="37136"/>
                    <a:pt x="293364" y="41719"/>
                  </a:cubicBezTo>
                  <a:cubicBezTo>
                    <a:pt x="288781" y="46302"/>
                    <a:pt x="282565" y="48877"/>
                    <a:pt x="276084" y="48877"/>
                  </a:cubicBezTo>
                  <a:lnTo>
                    <a:pt x="24438" y="48877"/>
                  </a:lnTo>
                  <a:cubicBezTo>
                    <a:pt x="17957" y="48877"/>
                    <a:pt x="11741" y="46302"/>
                    <a:pt x="7158" y="41719"/>
                  </a:cubicBezTo>
                  <a:cubicBezTo>
                    <a:pt x="2575" y="37136"/>
                    <a:pt x="0" y="30920"/>
                    <a:pt x="0" y="24438"/>
                  </a:cubicBezTo>
                  <a:lnTo>
                    <a:pt x="0" y="24438"/>
                  </a:lnTo>
                  <a:cubicBezTo>
                    <a:pt x="0" y="17957"/>
                    <a:pt x="2575" y="11741"/>
                    <a:pt x="7158" y="7158"/>
                  </a:cubicBezTo>
                  <a:cubicBezTo>
                    <a:pt x="11741" y="2575"/>
                    <a:pt x="17957" y="0"/>
                    <a:pt x="24438" y="0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300522" cy="86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4036353" y="9240484"/>
            <a:ext cx="2579013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–– Маршрут по фортам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487400" y="9781383"/>
            <a:ext cx="4800600" cy="414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dirty="0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–– </a:t>
            </a:r>
            <a:r>
              <a:rPr lang="en-US" sz="2399" dirty="0" err="1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Маршрут</a:t>
            </a:r>
            <a:r>
              <a:rPr lang="en-US" sz="2399" dirty="0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до</a:t>
            </a:r>
            <a:r>
              <a:rPr lang="en-US" sz="2399" dirty="0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Санкт-Петербурга</a:t>
            </a:r>
            <a:endParaRPr lang="en-US" sz="2399" dirty="0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4495845" y="1219277"/>
            <a:ext cx="9014416" cy="997739"/>
            <a:chOff x="0" y="0"/>
            <a:chExt cx="2374167" cy="26277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374167" cy="262779"/>
            </a:xfrm>
            <a:custGeom>
              <a:avLst/>
              <a:gdLst/>
              <a:ahLst/>
              <a:cxnLst/>
              <a:rect l="l" t="t" r="r" b="b"/>
              <a:pathLst>
                <a:path w="2374167" h="262779">
                  <a:moveTo>
                    <a:pt x="14600" y="0"/>
                  </a:moveTo>
                  <a:lnTo>
                    <a:pt x="2359567" y="0"/>
                  </a:lnTo>
                  <a:cubicBezTo>
                    <a:pt x="2367630" y="0"/>
                    <a:pt x="2374167" y="6537"/>
                    <a:pt x="2374167" y="14600"/>
                  </a:cubicBezTo>
                  <a:lnTo>
                    <a:pt x="2374167" y="248179"/>
                  </a:lnTo>
                  <a:cubicBezTo>
                    <a:pt x="2374167" y="256242"/>
                    <a:pt x="2367630" y="262779"/>
                    <a:pt x="2359567" y="262779"/>
                  </a:cubicBezTo>
                  <a:lnTo>
                    <a:pt x="14600" y="262779"/>
                  </a:lnTo>
                  <a:cubicBezTo>
                    <a:pt x="6537" y="262779"/>
                    <a:pt x="0" y="256242"/>
                    <a:pt x="0" y="248179"/>
                  </a:cubicBezTo>
                  <a:lnTo>
                    <a:pt x="0" y="14600"/>
                  </a:lnTo>
                  <a:cubicBezTo>
                    <a:pt x="0" y="6537"/>
                    <a:pt x="6537" y="0"/>
                    <a:pt x="14600" y="0"/>
                  </a:cubicBezTo>
                  <a:close/>
                </a:path>
              </a:pathLst>
            </a:custGeom>
            <a:solidFill>
              <a:srgbClr val="FEF3F3">
                <a:alpha val="74902"/>
              </a:srgbClr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76200"/>
              <a:ext cx="2374167" cy="3389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000000">
                      <a:alpha val="74902"/>
                    </a:srgbClr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Форт: Петр I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036353" y="3042690"/>
            <a:ext cx="4031806" cy="5770547"/>
            <a:chOff x="0" y="0"/>
            <a:chExt cx="1061875" cy="151981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61875" cy="1519815"/>
            </a:xfrm>
            <a:custGeom>
              <a:avLst/>
              <a:gdLst/>
              <a:ahLst/>
              <a:cxnLst/>
              <a:rect l="l" t="t" r="r" b="b"/>
              <a:pathLst>
                <a:path w="1061875" h="1519815">
                  <a:moveTo>
                    <a:pt x="32644" y="0"/>
                  </a:moveTo>
                  <a:lnTo>
                    <a:pt x="1029231" y="0"/>
                  </a:lnTo>
                  <a:cubicBezTo>
                    <a:pt x="1047260" y="0"/>
                    <a:pt x="1061875" y="14615"/>
                    <a:pt x="1061875" y="32644"/>
                  </a:cubicBezTo>
                  <a:lnTo>
                    <a:pt x="1061875" y="1487171"/>
                  </a:lnTo>
                  <a:cubicBezTo>
                    <a:pt x="1061875" y="1505200"/>
                    <a:pt x="1047260" y="1519815"/>
                    <a:pt x="1029231" y="1519815"/>
                  </a:cubicBezTo>
                  <a:lnTo>
                    <a:pt x="32644" y="1519815"/>
                  </a:lnTo>
                  <a:cubicBezTo>
                    <a:pt x="14615" y="1519815"/>
                    <a:pt x="0" y="1505200"/>
                    <a:pt x="0" y="1487171"/>
                  </a:cubicBezTo>
                  <a:lnTo>
                    <a:pt x="0" y="32644"/>
                  </a:lnTo>
                  <a:cubicBezTo>
                    <a:pt x="0" y="14615"/>
                    <a:pt x="14615" y="0"/>
                    <a:pt x="32644" y="0"/>
                  </a:cubicBezTo>
                  <a:close/>
                </a:path>
              </a:pathLst>
            </a:custGeom>
            <a:solidFill>
              <a:srgbClr val="129BD4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061875" cy="155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фото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495845" y="2376358"/>
            <a:ext cx="9014416" cy="6436879"/>
            <a:chOff x="0" y="0"/>
            <a:chExt cx="12019221" cy="8582505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12019221" cy="8582505"/>
              <a:chOff x="0" y="0"/>
              <a:chExt cx="2374167" cy="169531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2374167" cy="1695310"/>
              </a:xfrm>
              <a:custGeom>
                <a:avLst/>
                <a:gdLst/>
                <a:ahLst/>
                <a:cxnLst/>
                <a:rect l="l" t="t" r="r" b="b"/>
                <a:pathLst>
                  <a:path w="2374167" h="1695310">
                    <a:moveTo>
                      <a:pt x="14600" y="0"/>
                    </a:moveTo>
                    <a:lnTo>
                      <a:pt x="2359567" y="0"/>
                    </a:lnTo>
                    <a:cubicBezTo>
                      <a:pt x="2367630" y="0"/>
                      <a:pt x="2374167" y="6537"/>
                      <a:pt x="2374167" y="14600"/>
                    </a:cubicBezTo>
                    <a:lnTo>
                      <a:pt x="2374167" y="1680709"/>
                    </a:lnTo>
                    <a:cubicBezTo>
                      <a:pt x="2374167" y="1684582"/>
                      <a:pt x="2372629" y="1688295"/>
                      <a:pt x="2369891" y="1691033"/>
                    </a:cubicBezTo>
                    <a:cubicBezTo>
                      <a:pt x="2367153" y="1693771"/>
                      <a:pt x="2363439" y="1695310"/>
                      <a:pt x="2359567" y="1695310"/>
                    </a:cubicBezTo>
                    <a:lnTo>
                      <a:pt x="14600" y="1695310"/>
                    </a:lnTo>
                    <a:cubicBezTo>
                      <a:pt x="6537" y="1695310"/>
                      <a:pt x="0" y="1688773"/>
                      <a:pt x="0" y="1680709"/>
                    </a:cubicBezTo>
                    <a:lnTo>
                      <a:pt x="0" y="14600"/>
                    </a:lnTo>
                    <a:cubicBezTo>
                      <a:pt x="0" y="6537"/>
                      <a:pt x="6537" y="0"/>
                      <a:pt x="14600" y="0"/>
                    </a:cubicBezTo>
                    <a:close/>
                  </a:path>
                </a:pathLst>
              </a:custGeom>
              <a:solidFill>
                <a:srgbClr val="FEF3F3">
                  <a:alpha val="74902"/>
                </a:srgbClr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95250"/>
                <a:ext cx="2374167" cy="1790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7279"/>
                  </a:lnSpc>
                </a:pPr>
                <a:r>
                  <a:rPr lang="en-US" sz="5199">
                    <a:solidFill>
                      <a:srgbClr val="000000">
                        <a:alpha val="74902"/>
                      </a:srgbClr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Валера где инфа</a:t>
                </a:r>
              </a:p>
            </p:txBody>
          </p:sp>
        </p:grpSp>
        <p:sp>
          <p:nvSpPr>
            <p:cNvPr id="33" name="Freeform 33">
              <a:hlinkClick r:id="rId8" action="ppaction://hlinksldjump"/>
            </p:cNvPr>
            <p:cNvSpPr/>
            <p:nvPr/>
          </p:nvSpPr>
          <p:spPr>
            <a:xfrm>
              <a:off x="157168" y="7274403"/>
              <a:ext cx="1127099" cy="1066518"/>
            </a:xfrm>
            <a:custGeom>
              <a:avLst/>
              <a:gdLst/>
              <a:ahLst/>
              <a:cxnLst/>
              <a:rect l="l" t="t" r="r" b="b"/>
              <a:pathLst>
                <a:path w="1127099" h="1066518">
                  <a:moveTo>
                    <a:pt x="0" y="0"/>
                  </a:moveTo>
                  <a:lnTo>
                    <a:pt x="1127099" y="0"/>
                  </a:lnTo>
                  <a:lnTo>
                    <a:pt x="1127099" y="1066518"/>
                  </a:lnTo>
                  <a:lnTo>
                    <a:pt x="0" y="1066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06502" y="1028700"/>
            <a:ext cx="19901003" cy="8059906"/>
          </a:xfrm>
          <a:custGeom>
            <a:avLst/>
            <a:gdLst/>
            <a:ahLst/>
            <a:cxnLst/>
            <a:rect l="l" t="t" r="r" b="b"/>
            <a:pathLst>
              <a:path w="19901003" h="8059906">
                <a:moveTo>
                  <a:pt x="0" y="0"/>
                </a:moveTo>
                <a:lnTo>
                  <a:pt x="19901004" y="0"/>
                </a:lnTo>
                <a:lnTo>
                  <a:pt x="19901004" y="8059906"/>
                </a:lnTo>
                <a:lnTo>
                  <a:pt x="0" y="8059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3534066" y="2922198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458549" y="0"/>
                </a:moveTo>
                <a:lnTo>
                  <a:pt x="0" y="0"/>
                </a:lnTo>
                <a:lnTo>
                  <a:pt x="0" y="648889"/>
                </a:lnTo>
                <a:lnTo>
                  <a:pt x="458549" y="648889"/>
                </a:lnTo>
                <a:lnTo>
                  <a:pt x="45854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050396" y="3704333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0" y="0"/>
                </a:moveTo>
                <a:lnTo>
                  <a:pt x="458548" y="0"/>
                </a:lnTo>
                <a:lnTo>
                  <a:pt x="458548" y="648889"/>
                </a:lnTo>
                <a:lnTo>
                  <a:pt x="0" y="648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7164543" y="3936851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458549" y="0"/>
                </a:moveTo>
                <a:lnTo>
                  <a:pt x="0" y="0"/>
                </a:lnTo>
                <a:lnTo>
                  <a:pt x="0" y="648889"/>
                </a:lnTo>
                <a:lnTo>
                  <a:pt x="458549" y="648889"/>
                </a:lnTo>
                <a:lnTo>
                  <a:pt x="45854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5737761" y="6356298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458548" y="0"/>
                </a:moveTo>
                <a:lnTo>
                  <a:pt x="0" y="0"/>
                </a:lnTo>
                <a:lnTo>
                  <a:pt x="0" y="648889"/>
                </a:lnTo>
                <a:lnTo>
                  <a:pt x="458548" y="648889"/>
                </a:lnTo>
                <a:lnTo>
                  <a:pt x="45854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2964313" y="7312822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458549" y="0"/>
                </a:moveTo>
                <a:lnTo>
                  <a:pt x="0" y="0"/>
                </a:lnTo>
                <a:lnTo>
                  <a:pt x="0" y="648889"/>
                </a:lnTo>
                <a:lnTo>
                  <a:pt x="458549" y="648889"/>
                </a:lnTo>
                <a:lnTo>
                  <a:pt x="45854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215337" y="6198674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0" y="0"/>
                </a:moveTo>
                <a:lnTo>
                  <a:pt x="458549" y="0"/>
                </a:lnTo>
                <a:lnTo>
                  <a:pt x="458549" y="648890"/>
                </a:lnTo>
                <a:lnTo>
                  <a:pt x="0" y="648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043802" y="6198674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0" y="0"/>
                </a:moveTo>
                <a:lnTo>
                  <a:pt x="458549" y="0"/>
                </a:lnTo>
                <a:lnTo>
                  <a:pt x="458549" y="648890"/>
                </a:lnTo>
                <a:lnTo>
                  <a:pt x="0" y="648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295583" y="9353554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458549" y="0"/>
                </a:moveTo>
                <a:lnTo>
                  <a:pt x="0" y="0"/>
                </a:lnTo>
                <a:lnTo>
                  <a:pt x="0" y="648890"/>
                </a:lnTo>
                <a:lnTo>
                  <a:pt x="458549" y="648890"/>
                </a:lnTo>
                <a:lnTo>
                  <a:pt x="45854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138189" y="38100"/>
            <a:ext cx="1126814" cy="848184"/>
          </a:xfrm>
          <a:custGeom>
            <a:avLst/>
            <a:gdLst/>
            <a:ahLst/>
            <a:cxnLst/>
            <a:rect l="l" t="t" r="r" b="b"/>
            <a:pathLst>
              <a:path w="1126814" h="848184">
                <a:moveTo>
                  <a:pt x="0" y="0"/>
                </a:moveTo>
                <a:lnTo>
                  <a:pt x="1126814" y="0"/>
                </a:lnTo>
                <a:lnTo>
                  <a:pt x="1126814" y="848184"/>
                </a:lnTo>
                <a:lnTo>
                  <a:pt x="0" y="8481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810589" y="90143"/>
            <a:ext cx="648457" cy="833297"/>
          </a:xfrm>
          <a:custGeom>
            <a:avLst/>
            <a:gdLst/>
            <a:ahLst/>
            <a:cxnLst/>
            <a:rect l="l" t="t" r="r" b="b"/>
            <a:pathLst>
              <a:path w="648457" h="833297">
                <a:moveTo>
                  <a:pt x="0" y="0"/>
                </a:moveTo>
                <a:lnTo>
                  <a:pt x="648457" y="0"/>
                </a:lnTo>
                <a:lnTo>
                  <a:pt x="648457" y="833297"/>
                </a:lnTo>
                <a:lnTo>
                  <a:pt x="0" y="8332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-458452" y="9354467"/>
            <a:ext cx="990859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– При нажатии на флажок выходит информация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01896" y="156818"/>
            <a:ext cx="6698193" cy="766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55"/>
              </a:lnSpc>
            </a:pPr>
            <a:r>
              <a:rPr lang="en-US" sz="5472" spc="-54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Кронштадт – город фортов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518610" y="9328352"/>
            <a:ext cx="1141045" cy="185579"/>
            <a:chOff x="0" y="0"/>
            <a:chExt cx="300522" cy="4887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00522" cy="48877"/>
            </a:xfrm>
            <a:custGeom>
              <a:avLst/>
              <a:gdLst/>
              <a:ahLst/>
              <a:cxnLst/>
              <a:rect l="l" t="t" r="r" b="b"/>
              <a:pathLst>
                <a:path w="300522" h="48877">
                  <a:moveTo>
                    <a:pt x="24438" y="0"/>
                  </a:moveTo>
                  <a:lnTo>
                    <a:pt x="276084" y="0"/>
                  </a:lnTo>
                  <a:cubicBezTo>
                    <a:pt x="289581" y="0"/>
                    <a:pt x="300522" y="10941"/>
                    <a:pt x="300522" y="24438"/>
                  </a:cubicBezTo>
                  <a:lnTo>
                    <a:pt x="300522" y="24438"/>
                  </a:lnTo>
                  <a:cubicBezTo>
                    <a:pt x="300522" y="30920"/>
                    <a:pt x="297947" y="37136"/>
                    <a:pt x="293364" y="41719"/>
                  </a:cubicBezTo>
                  <a:cubicBezTo>
                    <a:pt x="288781" y="46302"/>
                    <a:pt x="282565" y="48877"/>
                    <a:pt x="276084" y="48877"/>
                  </a:cubicBezTo>
                  <a:lnTo>
                    <a:pt x="24438" y="48877"/>
                  </a:lnTo>
                  <a:cubicBezTo>
                    <a:pt x="17957" y="48877"/>
                    <a:pt x="11741" y="46302"/>
                    <a:pt x="7158" y="41719"/>
                  </a:cubicBezTo>
                  <a:cubicBezTo>
                    <a:pt x="2575" y="37136"/>
                    <a:pt x="0" y="30920"/>
                    <a:pt x="0" y="24438"/>
                  </a:cubicBezTo>
                  <a:lnTo>
                    <a:pt x="0" y="24438"/>
                  </a:lnTo>
                  <a:cubicBezTo>
                    <a:pt x="0" y="17957"/>
                    <a:pt x="2575" y="11741"/>
                    <a:pt x="7158" y="7158"/>
                  </a:cubicBezTo>
                  <a:cubicBezTo>
                    <a:pt x="11741" y="2575"/>
                    <a:pt x="17957" y="0"/>
                    <a:pt x="24438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300522" cy="86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518610" y="9881079"/>
            <a:ext cx="1141045" cy="185579"/>
            <a:chOff x="0" y="0"/>
            <a:chExt cx="300522" cy="4887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00522" cy="48877"/>
            </a:xfrm>
            <a:custGeom>
              <a:avLst/>
              <a:gdLst/>
              <a:ahLst/>
              <a:cxnLst/>
              <a:rect l="l" t="t" r="r" b="b"/>
              <a:pathLst>
                <a:path w="300522" h="48877">
                  <a:moveTo>
                    <a:pt x="24438" y="0"/>
                  </a:moveTo>
                  <a:lnTo>
                    <a:pt x="276084" y="0"/>
                  </a:lnTo>
                  <a:cubicBezTo>
                    <a:pt x="289581" y="0"/>
                    <a:pt x="300522" y="10941"/>
                    <a:pt x="300522" y="24438"/>
                  </a:cubicBezTo>
                  <a:lnTo>
                    <a:pt x="300522" y="24438"/>
                  </a:lnTo>
                  <a:cubicBezTo>
                    <a:pt x="300522" y="30920"/>
                    <a:pt x="297947" y="37136"/>
                    <a:pt x="293364" y="41719"/>
                  </a:cubicBezTo>
                  <a:cubicBezTo>
                    <a:pt x="288781" y="46302"/>
                    <a:pt x="282565" y="48877"/>
                    <a:pt x="276084" y="48877"/>
                  </a:cubicBezTo>
                  <a:lnTo>
                    <a:pt x="24438" y="48877"/>
                  </a:lnTo>
                  <a:cubicBezTo>
                    <a:pt x="17957" y="48877"/>
                    <a:pt x="11741" y="46302"/>
                    <a:pt x="7158" y="41719"/>
                  </a:cubicBezTo>
                  <a:cubicBezTo>
                    <a:pt x="2575" y="37136"/>
                    <a:pt x="0" y="30920"/>
                    <a:pt x="0" y="24438"/>
                  </a:cubicBezTo>
                  <a:lnTo>
                    <a:pt x="0" y="24438"/>
                  </a:lnTo>
                  <a:cubicBezTo>
                    <a:pt x="0" y="17957"/>
                    <a:pt x="2575" y="11741"/>
                    <a:pt x="7158" y="7158"/>
                  </a:cubicBezTo>
                  <a:cubicBezTo>
                    <a:pt x="11741" y="2575"/>
                    <a:pt x="17957" y="0"/>
                    <a:pt x="24438" y="0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300522" cy="86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4036353" y="9240484"/>
            <a:ext cx="2579013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–– Маршрут по фортам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487400" y="9736419"/>
            <a:ext cx="4800600" cy="414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dirty="0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–– </a:t>
            </a:r>
            <a:r>
              <a:rPr lang="en-US" sz="2399" dirty="0" err="1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Маршрут</a:t>
            </a:r>
            <a:r>
              <a:rPr lang="en-US" sz="2399" dirty="0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до</a:t>
            </a:r>
            <a:r>
              <a:rPr lang="en-US" sz="2399" dirty="0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Санкт-Петербурга</a:t>
            </a:r>
            <a:endParaRPr lang="en-US" sz="2399" dirty="0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4495845" y="1219277"/>
            <a:ext cx="9014416" cy="997739"/>
            <a:chOff x="0" y="0"/>
            <a:chExt cx="2374167" cy="26277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374167" cy="262779"/>
            </a:xfrm>
            <a:custGeom>
              <a:avLst/>
              <a:gdLst/>
              <a:ahLst/>
              <a:cxnLst/>
              <a:rect l="l" t="t" r="r" b="b"/>
              <a:pathLst>
                <a:path w="2374167" h="262779">
                  <a:moveTo>
                    <a:pt x="14600" y="0"/>
                  </a:moveTo>
                  <a:lnTo>
                    <a:pt x="2359567" y="0"/>
                  </a:lnTo>
                  <a:cubicBezTo>
                    <a:pt x="2367630" y="0"/>
                    <a:pt x="2374167" y="6537"/>
                    <a:pt x="2374167" y="14600"/>
                  </a:cubicBezTo>
                  <a:lnTo>
                    <a:pt x="2374167" y="248179"/>
                  </a:lnTo>
                  <a:cubicBezTo>
                    <a:pt x="2374167" y="256242"/>
                    <a:pt x="2367630" y="262779"/>
                    <a:pt x="2359567" y="262779"/>
                  </a:cubicBezTo>
                  <a:lnTo>
                    <a:pt x="14600" y="262779"/>
                  </a:lnTo>
                  <a:cubicBezTo>
                    <a:pt x="6537" y="262779"/>
                    <a:pt x="0" y="256242"/>
                    <a:pt x="0" y="248179"/>
                  </a:cubicBezTo>
                  <a:lnTo>
                    <a:pt x="0" y="14600"/>
                  </a:lnTo>
                  <a:cubicBezTo>
                    <a:pt x="0" y="6537"/>
                    <a:pt x="6537" y="0"/>
                    <a:pt x="14600" y="0"/>
                  </a:cubicBezTo>
                  <a:close/>
                </a:path>
              </a:pathLst>
            </a:custGeom>
            <a:solidFill>
              <a:srgbClr val="FEF3F3">
                <a:alpha val="74902"/>
              </a:srgbClr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76200"/>
              <a:ext cx="2374167" cy="3389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000000">
                      <a:alpha val="74902"/>
                    </a:srgbClr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Форт: Кроншлот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036353" y="3042690"/>
            <a:ext cx="4031806" cy="5770547"/>
            <a:chOff x="0" y="0"/>
            <a:chExt cx="1061875" cy="151981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61875" cy="1519815"/>
            </a:xfrm>
            <a:custGeom>
              <a:avLst/>
              <a:gdLst/>
              <a:ahLst/>
              <a:cxnLst/>
              <a:rect l="l" t="t" r="r" b="b"/>
              <a:pathLst>
                <a:path w="1061875" h="1519815">
                  <a:moveTo>
                    <a:pt x="32644" y="0"/>
                  </a:moveTo>
                  <a:lnTo>
                    <a:pt x="1029231" y="0"/>
                  </a:lnTo>
                  <a:cubicBezTo>
                    <a:pt x="1047260" y="0"/>
                    <a:pt x="1061875" y="14615"/>
                    <a:pt x="1061875" y="32644"/>
                  </a:cubicBezTo>
                  <a:lnTo>
                    <a:pt x="1061875" y="1487171"/>
                  </a:lnTo>
                  <a:cubicBezTo>
                    <a:pt x="1061875" y="1505200"/>
                    <a:pt x="1047260" y="1519815"/>
                    <a:pt x="1029231" y="1519815"/>
                  </a:cubicBezTo>
                  <a:lnTo>
                    <a:pt x="32644" y="1519815"/>
                  </a:lnTo>
                  <a:cubicBezTo>
                    <a:pt x="14615" y="1519815"/>
                    <a:pt x="0" y="1505200"/>
                    <a:pt x="0" y="1487171"/>
                  </a:cubicBezTo>
                  <a:lnTo>
                    <a:pt x="0" y="32644"/>
                  </a:lnTo>
                  <a:cubicBezTo>
                    <a:pt x="0" y="14615"/>
                    <a:pt x="14615" y="0"/>
                    <a:pt x="32644" y="0"/>
                  </a:cubicBezTo>
                  <a:close/>
                </a:path>
              </a:pathLst>
            </a:custGeom>
            <a:solidFill>
              <a:srgbClr val="129BD4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061875" cy="155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фото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495845" y="2376358"/>
            <a:ext cx="9014416" cy="6436879"/>
            <a:chOff x="0" y="0"/>
            <a:chExt cx="12019221" cy="8582505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12019221" cy="8582505"/>
              <a:chOff x="0" y="0"/>
              <a:chExt cx="2374167" cy="169531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2374167" cy="1695310"/>
              </a:xfrm>
              <a:custGeom>
                <a:avLst/>
                <a:gdLst/>
                <a:ahLst/>
                <a:cxnLst/>
                <a:rect l="l" t="t" r="r" b="b"/>
                <a:pathLst>
                  <a:path w="2374167" h="1695310">
                    <a:moveTo>
                      <a:pt x="14600" y="0"/>
                    </a:moveTo>
                    <a:lnTo>
                      <a:pt x="2359567" y="0"/>
                    </a:lnTo>
                    <a:cubicBezTo>
                      <a:pt x="2367630" y="0"/>
                      <a:pt x="2374167" y="6537"/>
                      <a:pt x="2374167" y="14600"/>
                    </a:cubicBezTo>
                    <a:lnTo>
                      <a:pt x="2374167" y="1680709"/>
                    </a:lnTo>
                    <a:cubicBezTo>
                      <a:pt x="2374167" y="1684582"/>
                      <a:pt x="2372629" y="1688295"/>
                      <a:pt x="2369891" y="1691033"/>
                    </a:cubicBezTo>
                    <a:cubicBezTo>
                      <a:pt x="2367153" y="1693771"/>
                      <a:pt x="2363439" y="1695310"/>
                      <a:pt x="2359567" y="1695310"/>
                    </a:cubicBezTo>
                    <a:lnTo>
                      <a:pt x="14600" y="1695310"/>
                    </a:lnTo>
                    <a:cubicBezTo>
                      <a:pt x="6537" y="1695310"/>
                      <a:pt x="0" y="1688773"/>
                      <a:pt x="0" y="1680709"/>
                    </a:cubicBezTo>
                    <a:lnTo>
                      <a:pt x="0" y="14600"/>
                    </a:lnTo>
                    <a:cubicBezTo>
                      <a:pt x="0" y="6537"/>
                      <a:pt x="6537" y="0"/>
                      <a:pt x="14600" y="0"/>
                    </a:cubicBezTo>
                    <a:close/>
                  </a:path>
                </a:pathLst>
              </a:custGeom>
              <a:solidFill>
                <a:srgbClr val="FEF3F3">
                  <a:alpha val="74902"/>
                </a:srgbClr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95250"/>
                <a:ext cx="2374167" cy="1790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7279"/>
                  </a:lnSpc>
                </a:pPr>
                <a:r>
                  <a:rPr lang="en-US" sz="5199">
                    <a:solidFill>
                      <a:srgbClr val="000000">
                        <a:alpha val="74902"/>
                      </a:srgbClr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Валера где инфа</a:t>
                </a:r>
              </a:p>
            </p:txBody>
          </p:sp>
        </p:grpSp>
        <p:sp>
          <p:nvSpPr>
            <p:cNvPr id="33" name="Freeform 33">
              <a:hlinkClick r:id="rId8" action="ppaction://hlinksldjump"/>
            </p:cNvPr>
            <p:cNvSpPr/>
            <p:nvPr/>
          </p:nvSpPr>
          <p:spPr>
            <a:xfrm>
              <a:off x="157168" y="7274403"/>
              <a:ext cx="1127099" cy="1066518"/>
            </a:xfrm>
            <a:custGeom>
              <a:avLst/>
              <a:gdLst/>
              <a:ahLst/>
              <a:cxnLst/>
              <a:rect l="l" t="t" r="r" b="b"/>
              <a:pathLst>
                <a:path w="1127099" h="1066518">
                  <a:moveTo>
                    <a:pt x="0" y="0"/>
                  </a:moveTo>
                  <a:lnTo>
                    <a:pt x="1127099" y="0"/>
                  </a:lnTo>
                  <a:lnTo>
                    <a:pt x="1127099" y="1066518"/>
                  </a:lnTo>
                  <a:lnTo>
                    <a:pt x="0" y="1066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06502" y="1028700"/>
            <a:ext cx="19901003" cy="8059906"/>
          </a:xfrm>
          <a:custGeom>
            <a:avLst/>
            <a:gdLst/>
            <a:ahLst/>
            <a:cxnLst/>
            <a:rect l="l" t="t" r="r" b="b"/>
            <a:pathLst>
              <a:path w="19901003" h="8059906">
                <a:moveTo>
                  <a:pt x="0" y="0"/>
                </a:moveTo>
                <a:lnTo>
                  <a:pt x="19901004" y="0"/>
                </a:lnTo>
                <a:lnTo>
                  <a:pt x="19901004" y="8059906"/>
                </a:lnTo>
                <a:lnTo>
                  <a:pt x="0" y="8059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3534066" y="2922198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458549" y="0"/>
                </a:moveTo>
                <a:lnTo>
                  <a:pt x="0" y="0"/>
                </a:lnTo>
                <a:lnTo>
                  <a:pt x="0" y="648889"/>
                </a:lnTo>
                <a:lnTo>
                  <a:pt x="458549" y="648889"/>
                </a:lnTo>
                <a:lnTo>
                  <a:pt x="45854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050396" y="3704333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0" y="0"/>
                </a:moveTo>
                <a:lnTo>
                  <a:pt x="458548" y="0"/>
                </a:lnTo>
                <a:lnTo>
                  <a:pt x="458548" y="648889"/>
                </a:lnTo>
                <a:lnTo>
                  <a:pt x="0" y="648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7164543" y="3936851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458549" y="0"/>
                </a:moveTo>
                <a:lnTo>
                  <a:pt x="0" y="0"/>
                </a:lnTo>
                <a:lnTo>
                  <a:pt x="0" y="648889"/>
                </a:lnTo>
                <a:lnTo>
                  <a:pt x="458549" y="648889"/>
                </a:lnTo>
                <a:lnTo>
                  <a:pt x="45854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5737761" y="6356298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458548" y="0"/>
                </a:moveTo>
                <a:lnTo>
                  <a:pt x="0" y="0"/>
                </a:lnTo>
                <a:lnTo>
                  <a:pt x="0" y="648889"/>
                </a:lnTo>
                <a:lnTo>
                  <a:pt x="458548" y="648889"/>
                </a:lnTo>
                <a:lnTo>
                  <a:pt x="45854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2964313" y="7312822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458549" y="0"/>
                </a:moveTo>
                <a:lnTo>
                  <a:pt x="0" y="0"/>
                </a:lnTo>
                <a:lnTo>
                  <a:pt x="0" y="648889"/>
                </a:lnTo>
                <a:lnTo>
                  <a:pt x="458549" y="648889"/>
                </a:lnTo>
                <a:lnTo>
                  <a:pt x="45854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215337" y="6198674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0" y="0"/>
                </a:moveTo>
                <a:lnTo>
                  <a:pt x="458549" y="0"/>
                </a:lnTo>
                <a:lnTo>
                  <a:pt x="458549" y="648890"/>
                </a:lnTo>
                <a:lnTo>
                  <a:pt x="0" y="648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043802" y="6198674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0" y="0"/>
                </a:moveTo>
                <a:lnTo>
                  <a:pt x="458549" y="0"/>
                </a:lnTo>
                <a:lnTo>
                  <a:pt x="458549" y="648890"/>
                </a:lnTo>
                <a:lnTo>
                  <a:pt x="0" y="648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295583" y="9353554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458549" y="0"/>
                </a:moveTo>
                <a:lnTo>
                  <a:pt x="0" y="0"/>
                </a:lnTo>
                <a:lnTo>
                  <a:pt x="0" y="648890"/>
                </a:lnTo>
                <a:lnTo>
                  <a:pt x="458549" y="648890"/>
                </a:lnTo>
                <a:lnTo>
                  <a:pt x="45854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138189" y="38100"/>
            <a:ext cx="1126814" cy="848184"/>
          </a:xfrm>
          <a:custGeom>
            <a:avLst/>
            <a:gdLst/>
            <a:ahLst/>
            <a:cxnLst/>
            <a:rect l="l" t="t" r="r" b="b"/>
            <a:pathLst>
              <a:path w="1126814" h="848184">
                <a:moveTo>
                  <a:pt x="0" y="0"/>
                </a:moveTo>
                <a:lnTo>
                  <a:pt x="1126814" y="0"/>
                </a:lnTo>
                <a:lnTo>
                  <a:pt x="1126814" y="848184"/>
                </a:lnTo>
                <a:lnTo>
                  <a:pt x="0" y="8481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810589" y="90143"/>
            <a:ext cx="648457" cy="833297"/>
          </a:xfrm>
          <a:custGeom>
            <a:avLst/>
            <a:gdLst/>
            <a:ahLst/>
            <a:cxnLst/>
            <a:rect l="l" t="t" r="r" b="b"/>
            <a:pathLst>
              <a:path w="648457" h="833297">
                <a:moveTo>
                  <a:pt x="0" y="0"/>
                </a:moveTo>
                <a:lnTo>
                  <a:pt x="648457" y="0"/>
                </a:lnTo>
                <a:lnTo>
                  <a:pt x="648457" y="833297"/>
                </a:lnTo>
                <a:lnTo>
                  <a:pt x="0" y="8332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-458452" y="9354467"/>
            <a:ext cx="990859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– При нажатии на флажок выходит информация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01896" y="156818"/>
            <a:ext cx="6698193" cy="766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55"/>
              </a:lnSpc>
            </a:pPr>
            <a:r>
              <a:rPr lang="en-US" sz="5472" spc="-54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Кронштадт – город фортов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518610" y="9328352"/>
            <a:ext cx="1141045" cy="185579"/>
            <a:chOff x="0" y="0"/>
            <a:chExt cx="300522" cy="4887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00522" cy="48877"/>
            </a:xfrm>
            <a:custGeom>
              <a:avLst/>
              <a:gdLst/>
              <a:ahLst/>
              <a:cxnLst/>
              <a:rect l="l" t="t" r="r" b="b"/>
              <a:pathLst>
                <a:path w="300522" h="48877">
                  <a:moveTo>
                    <a:pt x="24438" y="0"/>
                  </a:moveTo>
                  <a:lnTo>
                    <a:pt x="276084" y="0"/>
                  </a:lnTo>
                  <a:cubicBezTo>
                    <a:pt x="289581" y="0"/>
                    <a:pt x="300522" y="10941"/>
                    <a:pt x="300522" y="24438"/>
                  </a:cubicBezTo>
                  <a:lnTo>
                    <a:pt x="300522" y="24438"/>
                  </a:lnTo>
                  <a:cubicBezTo>
                    <a:pt x="300522" y="30920"/>
                    <a:pt x="297947" y="37136"/>
                    <a:pt x="293364" y="41719"/>
                  </a:cubicBezTo>
                  <a:cubicBezTo>
                    <a:pt x="288781" y="46302"/>
                    <a:pt x="282565" y="48877"/>
                    <a:pt x="276084" y="48877"/>
                  </a:cubicBezTo>
                  <a:lnTo>
                    <a:pt x="24438" y="48877"/>
                  </a:lnTo>
                  <a:cubicBezTo>
                    <a:pt x="17957" y="48877"/>
                    <a:pt x="11741" y="46302"/>
                    <a:pt x="7158" y="41719"/>
                  </a:cubicBezTo>
                  <a:cubicBezTo>
                    <a:pt x="2575" y="37136"/>
                    <a:pt x="0" y="30920"/>
                    <a:pt x="0" y="24438"/>
                  </a:cubicBezTo>
                  <a:lnTo>
                    <a:pt x="0" y="24438"/>
                  </a:lnTo>
                  <a:cubicBezTo>
                    <a:pt x="0" y="17957"/>
                    <a:pt x="2575" y="11741"/>
                    <a:pt x="7158" y="7158"/>
                  </a:cubicBezTo>
                  <a:cubicBezTo>
                    <a:pt x="11741" y="2575"/>
                    <a:pt x="17957" y="0"/>
                    <a:pt x="24438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300522" cy="86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518610" y="9881079"/>
            <a:ext cx="1141045" cy="185579"/>
            <a:chOff x="0" y="0"/>
            <a:chExt cx="300522" cy="4887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00522" cy="48877"/>
            </a:xfrm>
            <a:custGeom>
              <a:avLst/>
              <a:gdLst/>
              <a:ahLst/>
              <a:cxnLst/>
              <a:rect l="l" t="t" r="r" b="b"/>
              <a:pathLst>
                <a:path w="300522" h="48877">
                  <a:moveTo>
                    <a:pt x="24438" y="0"/>
                  </a:moveTo>
                  <a:lnTo>
                    <a:pt x="276084" y="0"/>
                  </a:lnTo>
                  <a:cubicBezTo>
                    <a:pt x="289581" y="0"/>
                    <a:pt x="300522" y="10941"/>
                    <a:pt x="300522" y="24438"/>
                  </a:cubicBezTo>
                  <a:lnTo>
                    <a:pt x="300522" y="24438"/>
                  </a:lnTo>
                  <a:cubicBezTo>
                    <a:pt x="300522" y="30920"/>
                    <a:pt x="297947" y="37136"/>
                    <a:pt x="293364" y="41719"/>
                  </a:cubicBezTo>
                  <a:cubicBezTo>
                    <a:pt x="288781" y="46302"/>
                    <a:pt x="282565" y="48877"/>
                    <a:pt x="276084" y="48877"/>
                  </a:cubicBezTo>
                  <a:lnTo>
                    <a:pt x="24438" y="48877"/>
                  </a:lnTo>
                  <a:cubicBezTo>
                    <a:pt x="17957" y="48877"/>
                    <a:pt x="11741" y="46302"/>
                    <a:pt x="7158" y="41719"/>
                  </a:cubicBezTo>
                  <a:cubicBezTo>
                    <a:pt x="2575" y="37136"/>
                    <a:pt x="0" y="30920"/>
                    <a:pt x="0" y="24438"/>
                  </a:cubicBezTo>
                  <a:lnTo>
                    <a:pt x="0" y="24438"/>
                  </a:lnTo>
                  <a:cubicBezTo>
                    <a:pt x="0" y="17957"/>
                    <a:pt x="2575" y="11741"/>
                    <a:pt x="7158" y="7158"/>
                  </a:cubicBezTo>
                  <a:cubicBezTo>
                    <a:pt x="11741" y="2575"/>
                    <a:pt x="17957" y="0"/>
                    <a:pt x="24438" y="0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300522" cy="86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4036353" y="9240484"/>
            <a:ext cx="2579013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–– Маршрут по фортам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487400" y="9736419"/>
            <a:ext cx="4800600" cy="414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dirty="0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–– </a:t>
            </a:r>
            <a:r>
              <a:rPr lang="en-US" sz="2399" dirty="0" err="1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Маршрут</a:t>
            </a:r>
            <a:r>
              <a:rPr lang="en-US" sz="2399" dirty="0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до</a:t>
            </a:r>
            <a:r>
              <a:rPr lang="en-US" sz="2399" dirty="0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Санкт-Петербурга</a:t>
            </a:r>
            <a:endParaRPr lang="en-US" sz="2399" dirty="0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4495845" y="1219277"/>
            <a:ext cx="9014416" cy="1556003"/>
            <a:chOff x="0" y="0"/>
            <a:chExt cx="2374167" cy="40981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374167" cy="409812"/>
            </a:xfrm>
            <a:custGeom>
              <a:avLst/>
              <a:gdLst/>
              <a:ahLst/>
              <a:cxnLst/>
              <a:rect l="l" t="t" r="r" b="b"/>
              <a:pathLst>
                <a:path w="2374167" h="409812">
                  <a:moveTo>
                    <a:pt x="14600" y="0"/>
                  </a:moveTo>
                  <a:lnTo>
                    <a:pt x="2359567" y="0"/>
                  </a:lnTo>
                  <a:cubicBezTo>
                    <a:pt x="2367630" y="0"/>
                    <a:pt x="2374167" y="6537"/>
                    <a:pt x="2374167" y="14600"/>
                  </a:cubicBezTo>
                  <a:lnTo>
                    <a:pt x="2374167" y="395211"/>
                  </a:lnTo>
                  <a:cubicBezTo>
                    <a:pt x="2374167" y="403275"/>
                    <a:pt x="2367630" y="409812"/>
                    <a:pt x="2359567" y="409812"/>
                  </a:cubicBezTo>
                  <a:lnTo>
                    <a:pt x="14600" y="409812"/>
                  </a:lnTo>
                  <a:cubicBezTo>
                    <a:pt x="10728" y="409812"/>
                    <a:pt x="7014" y="408273"/>
                    <a:pt x="4276" y="405535"/>
                  </a:cubicBezTo>
                  <a:cubicBezTo>
                    <a:pt x="1538" y="402797"/>
                    <a:pt x="0" y="399083"/>
                    <a:pt x="0" y="395211"/>
                  </a:cubicBezTo>
                  <a:lnTo>
                    <a:pt x="0" y="14600"/>
                  </a:lnTo>
                  <a:cubicBezTo>
                    <a:pt x="0" y="6537"/>
                    <a:pt x="6537" y="0"/>
                    <a:pt x="14600" y="0"/>
                  </a:cubicBezTo>
                  <a:close/>
                </a:path>
              </a:pathLst>
            </a:custGeom>
            <a:solidFill>
              <a:srgbClr val="FEF3F3">
                <a:alpha val="74902"/>
              </a:srgbClr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76200"/>
              <a:ext cx="2374167" cy="4860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99"/>
                </a:lnSpc>
              </a:pPr>
              <a:r>
                <a:rPr lang="en-US" sz="3999" dirty="0" err="1">
                  <a:solidFill>
                    <a:srgbClr val="000000">
                      <a:alpha val="74902"/>
                    </a:srgbClr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Маяк</a:t>
              </a:r>
              <a:r>
                <a:rPr lang="en-US" sz="3999" dirty="0">
                  <a:solidFill>
                    <a:srgbClr val="000000">
                      <a:alpha val="74902"/>
                    </a:srgbClr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: </a:t>
              </a:r>
              <a:r>
                <a:rPr lang="en-US" sz="3999" dirty="0" err="1">
                  <a:solidFill>
                    <a:srgbClr val="000000">
                      <a:alpha val="74902"/>
                    </a:srgbClr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Задний</a:t>
              </a:r>
              <a:r>
                <a:rPr lang="en-US" sz="3999" dirty="0">
                  <a:solidFill>
                    <a:srgbClr val="000000">
                      <a:alpha val="74902"/>
                    </a:srgbClr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 </a:t>
              </a:r>
              <a:r>
                <a:rPr lang="en-US" sz="3999" dirty="0" err="1">
                  <a:solidFill>
                    <a:srgbClr val="000000">
                      <a:alpha val="74902"/>
                    </a:srgbClr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створный</a:t>
              </a:r>
              <a:r>
                <a:rPr lang="en-US" sz="3999" dirty="0">
                  <a:solidFill>
                    <a:srgbClr val="000000">
                      <a:alpha val="74902"/>
                    </a:srgbClr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 </a:t>
              </a:r>
              <a:r>
                <a:rPr lang="en-US" sz="3999" dirty="0" err="1">
                  <a:solidFill>
                    <a:srgbClr val="000000">
                      <a:alpha val="74902"/>
                    </a:srgbClr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маяк</a:t>
              </a:r>
              <a:r>
                <a:rPr lang="en-US" sz="3999" dirty="0">
                  <a:solidFill>
                    <a:srgbClr val="000000">
                      <a:alpha val="74902"/>
                    </a:srgbClr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 </a:t>
              </a:r>
              <a:r>
                <a:rPr lang="en-US" sz="3999" dirty="0" err="1">
                  <a:solidFill>
                    <a:srgbClr val="000000">
                      <a:alpha val="74902"/>
                    </a:srgbClr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Морского</a:t>
              </a:r>
              <a:r>
                <a:rPr lang="en-US" sz="3999" dirty="0">
                  <a:solidFill>
                    <a:srgbClr val="000000">
                      <a:alpha val="74902"/>
                    </a:srgbClr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 </a:t>
              </a:r>
              <a:r>
                <a:rPr lang="en-US" sz="3999" dirty="0" err="1">
                  <a:solidFill>
                    <a:srgbClr val="000000">
                      <a:alpha val="74902"/>
                    </a:srgbClr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канала</a:t>
              </a:r>
              <a:endParaRPr lang="en-US" sz="3999" dirty="0">
                <a:solidFill>
                  <a:srgbClr val="000000">
                    <a:alpha val="74902"/>
                  </a:srgbClr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036353" y="3042690"/>
            <a:ext cx="4031806" cy="5770547"/>
            <a:chOff x="0" y="0"/>
            <a:chExt cx="1061875" cy="151981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61875" cy="1519815"/>
            </a:xfrm>
            <a:custGeom>
              <a:avLst/>
              <a:gdLst/>
              <a:ahLst/>
              <a:cxnLst/>
              <a:rect l="l" t="t" r="r" b="b"/>
              <a:pathLst>
                <a:path w="1061875" h="1519815">
                  <a:moveTo>
                    <a:pt x="32644" y="0"/>
                  </a:moveTo>
                  <a:lnTo>
                    <a:pt x="1029231" y="0"/>
                  </a:lnTo>
                  <a:cubicBezTo>
                    <a:pt x="1047260" y="0"/>
                    <a:pt x="1061875" y="14615"/>
                    <a:pt x="1061875" y="32644"/>
                  </a:cubicBezTo>
                  <a:lnTo>
                    <a:pt x="1061875" y="1487171"/>
                  </a:lnTo>
                  <a:cubicBezTo>
                    <a:pt x="1061875" y="1505200"/>
                    <a:pt x="1047260" y="1519815"/>
                    <a:pt x="1029231" y="1519815"/>
                  </a:cubicBezTo>
                  <a:lnTo>
                    <a:pt x="32644" y="1519815"/>
                  </a:lnTo>
                  <a:cubicBezTo>
                    <a:pt x="14615" y="1519815"/>
                    <a:pt x="0" y="1505200"/>
                    <a:pt x="0" y="1487171"/>
                  </a:cubicBezTo>
                  <a:lnTo>
                    <a:pt x="0" y="32644"/>
                  </a:lnTo>
                  <a:cubicBezTo>
                    <a:pt x="0" y="14615"/>
                    <a:pt x="14615" y="0"/>
                    <a:pt x="32644" y="0"/>
                  </a:cubicBezTo>
                  <a:close/>
                </a:path>
              </a:pathLst>
            </a:custGeom>
            <a:solidFill>
              <a:srgbClr val="129BD4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061875" cy="155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фото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495845" y="2922198"/>
            <a:ext cx="9014416" cy="5891040"/>
            <a:chOff x="0" y="0"/>
            <a:chExt cx="12019221" cy="7854719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12019221" cy="7854719"/>
              <a:chOff x="0" y="0"/>
              <a:chExt cx="2374167" cy="155155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2374167" cy="1551549"/>
              </a:xfrm>
              <a:custGeom>
                <a:avLst/>
                <a:gdLst/>
                <a:ahLst/>
                <a:cxnLst/>
                <a:rect l="l" t="t" r="r" b="b"/>
                <a:pathLst>
                  <a:path w="2374167" h="1551549">
                    <a:moveTo>
                      <a:pt x="14600" y="0"/>
                    </a:moveTo>
                    <a:lnTo>
                      <a:pt x="2359567" y="0"/>
                    </a:lnTo>
                    <a:cubicBezTo>
                      <a:pt x="2367630" y="0"/>
                      <a:pt x="2374167" y="6537"/>
                      <a:pt x="2374167" y="14600"/>
                    </a:cubicBezTo>
                    <a:lnTo>
                      <a:pt x="2374167" y="1536949"/>
                    </a:lnTo>
                    <a:cubicBezTo>
                      <a:pt x="2374167" y="1545013"/>
                      <a:pt x="2367630" y="1551549"/>
                      <a:pt x="2359567" y="1551549"/>
                    </a:cubicBezTo>
                    <a:lnTo>
                      <a:pt x="14600" y="1551549"/>
                    </a:lnTo>
                    <a:cubicBezTo>
                      <a:pt x="6537" y="1551549"/>
                      <a:pt x="0" y="1545013"/>
                      <a:pt x="0" y="1536949"/>
                    </a:cubicBezTo>
                    <a:lnTo>
                      <a:pt x="0" y="14600"/>
                    </a:lnTo>
                    <a:cubicBezTo>
                      <a:pt x="0" y="6537"/>
                      <a:pt x="6537" y="0"/>
                      <a:pt x="14600" y="0"/>
                    </a:cubicBezTo>
                    <a:close/>
                  </a:path>
                </a:pathLst>
              </a:custGeom>
              <a:solidFill>
                <a:srgbClr val="FEF3F3">
                  <a:alpha val="74902"/>
                </a:srgbClr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95250"/>
                <a:ext cx="2374167" cy="16468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7279"/>
                  </a:lnSpc>
                </a:pPr>
                <a:r>
                  <a:rPr lang="en-US" sz="5199">
                    <a:solidFill>
                      <a:srgbClr val="000000">
                        <a:alpha val="74902"/>
                      </a:srgbClr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Валера где инфа</a:t>
                </a:r>
              </a:p>
            </p:txBody>
          </p:sp>
        </p:grpSp>
        <p:sp>
          <p:nvSpPr>
            <p:cNvPr id="33" name="Freeform 33">
              <a:hlinkClick r:id="rId8" action="ppaction://hlinksldjump"/>
            </p:cNvPr>
            <p:cNvSpPr/>
            <p:nvPr/>
          </p:nvSpPr>
          <p:spPr>
            <a:xfrm>
              <a:off x="157168" y="6546617"/>
              <a:ext cx="1127099" cy="1066518"/>
            </a:xfrm>
            <a:custGeom>
              <a:avLst/>
              <a:gdLst/>
              <a:ahLst/>
              <a:cxnLst/>
              <a:rect l="l" t="t" r="r" b="b"/>
              <a:pathLst>
                <a:path w="1127099" h="1066518">
                  <a:moveTo>
                    <a:pt x="0" y="0"/>
                  </a:moveTo>
                  <a:lnTo>
                    <a:pt x="1127099" y="0"/>
                  </a:lnTo>
                  <a:lnTo>
                    <a:pt x="1127099" y="1066518"/>
                  </a:lnTo>
                  <a:lnTo>
                    <a:pt x="0" y="1066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06502" y="1028700"/>
            <a:ext cx="19901003" cy="8059906"/>
          </a:xfrm>
          <a:custGeom>
            <a:avLst/>
            <a:gdLst/>
            <a:ahLst/>
            <a:cxnLst/>
            <a:rect l="l" t="t" r="r" b="b"/>
            <a:pathLst>
              <a:path w="19901003" h="8059906">
                <a:moveTo>
                  <a:pt x="0" y="0"/>
                </a:moveTo>
                <a:lnTo>
                  <a:pt x="19901004" y="0"/>
                </a:lnTo>
                <a:lnTo>
                  <a:pt x="19901004" y="8059906"/>
                </a:lnTo>
                <a:lnTo>
                  <a:pt x="0" y="8059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3534066" y="2922198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458549" y="0"/>
                </a:moveTo>
                <a:lnTo>
                  <a:pt x="0" y="0"/>
                </a:lnTo>
                <a:lnTo>
                  <a:pt x="0" y="648889"/>
                </a:lnTo>
                <a:lnTo>
                  <a:pt x="458549" y="648889"/>
                </a:lnTo>
                <a:lnTo>
                  <a:pt x="45854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050396" y="3704333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0" y="0"/>
                </a:moveTo>
                <a:lnTo>
                  <a:pt x="458548" y="0"/>
                </a:lnTo>
                <a:lnTo>
                  <a:pt x="458548" y="648889"/>
                </a:lnTo>
                <a:lnTo>
                  <a:pt x="0" y="648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7164543" y="3936851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458549" y="0"/>
                </a:moveTo>
                <a:lnTo>
                  <a:pt x="0" y="0"/>
                </a:lnTo>
                <a:lnTo>
                  <a:pt x="0" y="648889"/>
                </a:lnTo>
                <a:lnTo>
                  <a:pt x="458549" y="648889"/>
                </a:lnTo>
                <a:lnTo>
                  <a:pt x="45854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5737761" y="6356298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458548" y="0"/>
                </a:moveTo>
                <a:lnTo>
                  <a:pt x="0" y="0"/>
                </a:lnTo>
                <a:lnTo>
                  <a:pt x="0" y="648889"/>
                </a:lnTo>
                <a:lnTo>
                  <a:pt x="458548" y="648889"/>
                </a:lnTo>
                <a:lnTo>
                  <a:pt x="45854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2964313" y="7312822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458549" y="0"/>
                </a:moveTo>
                <a:lnTo>
                  <a:pt x="0" y="0"/>
                </a:lnTo>
                <a:lnTo>
                  <a:pt x="0" y="648889"/>
                </a:lnTo>
                <a:lnTo>
                  <a:pt x="458549" y="648889"/>
                </a:lnTo>
                <a:lnTo>
                  <a:pt x="45854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215337" y="6198674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0" y="0"/>
                </a:moveTo>
                <a:lnTo>
                  <a:pt x="458549" y="0"/>
                </a:lnTo>
                <a:lnTo>
                  <a:pt x="458549" y="648890"/>
                </a:lnTo>
                <a:lnTo>
                  <a:pt x="0" y="648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043802" y="6198674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0" y="0"/>
                </a:moveTo>
                <a:lnTo>
                  <a:pt x="458549" y="0"/>
                </a:lnTo>
                <a:lnTo>
                  <a:pt x="458549" y="648890"/>
                </a:lnTo>
                <a:lnTo>
                  <a:pt x="0" y="648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295583" y="9353554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458549" y="0"/>
                </a:moveTo>
                <a:lnTo>
                  <a:pt x="0" y="0"/>
                </a:lnTo>
                <a:lnTo>
                  <a:pt x="0" y="648890"/>
                </a:lnTo>
                <a:lnTo>
                  <a:pt x="458549" y="648890"/>
                </a:lnTo>
                <a:lnTo>
                  <a:pt x="45854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138189" y="38100"/>
            <a:ext cx="1126814" cy="848184"/>
          </a:xfrm>
          <a:custGeom>
            <a:avLst/>
            <a:gdLst/>
            <a:ahLst/>
            <a:cxnLst/>
            <a:rect l="l" t="t" r="r" b="b"/>
            <a:pathLst>
              <a:path w="1126814" h="848184">
                <a:moveTo>
                  <a:pt x="0" y="0"/>
                </a:moveTo>
                <a:lnTo>
                  <a:pt x="1126814" y="0"/>
                </a:lnTo>
                <a:lnTo>
                  <a:pt x="1126814" y="848184"/>
                </a:lnTo>
                <a:lnTo>
                  <a:pt x="0" y="8481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810589" y="90143"/>
            <a:ext cx="648457" cy="833297"/>
          </a:xfrm>
          <a:custGeom>
            <a:avLst/>
            <a:gdLst/>
            <a:ahLst/>
            <a:cxnLst/>
            <a:rect l="l" t="t" r="r" b="b"/>
            <a:pathLst>
              <a:path w="648457" h="833297">
                <a:moveTo>
                  <a:pt x="0" y="0"/>
                </a:moveTo>
                <a:lnTo>
                  <a:pt x="648457" y="0"/>
                </a:lnTo>
                <a:lnTo>
                  <a:pt x="648457" y="833297"/>
                </a:lnTo>
                <a:lnTo>
                  <a:pt x="0" y="8332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-458452" y="9354467"/>
            <a:ext cx="990859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– При нажатии на флажок выходит информация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01896" y="156818"/>
            <a:ext cx="6698193" cy="766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55"/>
              </a:lnSpc>
            </a:pPr>
            <a:r>
              <a:rPr lang="en-US" sz="5472" spc="-54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Кронштадт – город фортов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518610" y="9328352"/>
            <a:ext cx="1141045" cy="185579"/>
            <a:chOff x="0" y="0"/>
            <a:chExt cx="300522" cy="4887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00522" cy="48877"/>
            </a:xfrm>
            <a:custGeom>
              <a:avLst/>
              <a:gdLst/>
              <a:ahLst/>
              <a:cxnLst/>
              <a:rect l="l" t="t" r="r" b="b"/>
              <a:pathLst>
                <a:path w="300522" h="48877">
                  <a:moveTo>
                    <a:pt x="24438" y="0"/>
                  </a:moveTo>
                  <a:lnTo>
                    <a:pt x="276084" y="0"/>
                  </a:lnTo>
                  <a:cubicBezTo>
                    <a:pt x="289581" y="0"/>
                    <a:pt x="300522" y="10941"/>
                    <a:pt x="300522" y="24438"/>
                  </a:cubicBezTo>
                  <a:lnTo>
                    <a:pt x="300522" y="24438"/>
                  </a:lnTo>
                  <a:cubicBezTo>
                    <a:pt x="300522" y="30920"/>
                    <a:pt x="297947" y="37136"/>
                    <a:pt x="293364" y="41719"/>
                  </a:cubicBezTo>
                  <a:cubicBezTo>
                    <a:pt x="288781" y="46302"/>
                    <a:pt x="282565" y="48877"/>
                    <a:pt x="276084" y="48877"/>
                  </a:cubicBezTo>
                  <a:lnTo>
                    <a:pt x="24438" y="48877"/>
                  </a:lnTo>
                  <a:cubicBezTo>
                    <a:pt x="17957" y="48877"/>
                    <a:pt x="11741" y="46302"/>
                    <a:pt x="7158" y="41719"/>
                  </a:cubicBezTo>
                  <a:cubicBezTo>
                    <a:pt x="2575" y="37136"/>
                    <a:pt x="0" y="30920"/>
                    <a:pt x="0" y="24438"/>
                  </a:cubicBezTo>
                  <a:lnTo>
                    <a:pt x="0" y="24438"/>
                  </a:lnTo>
                  <a:cubicBezTo>
                    <a:pt x="0" y="17957"/>
                    <a:pt x="2575" y="11741"/>
                    <a:pt x="7158" y="7158"/>
                  </a:cubicBezTo>
                  <a:cubicBezTo>
                    <a:pt x="11741" y="2575"/>
                    <a:pt x="17957" y="0"/>
                    <a:pt x="24438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300522" cy="86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518610" y="9881079"/>
            <a:ext cx="1141045" cy="185579"/>
            <a:chOff x="0" y="0"/>
            <a:chExt cx="300522" cy="4887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00522" cy="48877"/>
            </a:xfrm>
            <a:custGeom>
              <a:avLst/>
              <a:gdLst/>
              <a:ahLst/>
              <a:cxnLst/>
              <a:rect l="l" t="t" r="r" b="b"/>
              <a:pathLst>
                <a:path w="300522" h="48877">
                  <a:moveTo>
                    <a:pt x="24438" y="0"/>
                  </a:moveTo>
                  <a:lnTo>
                    <a:pt x="276084" y="0"/>
                  </a:lnTo>
                  <a:cubicBezTo>
                    <a:pt x="289581" y="0"/>
                    <a:pt x="300522" y="10941"/>
                    <a:pt x="300522" y="24438"/>
                  </a:cubicBezTo>
                  <a:lnTo>
                    <a:pt x="300522" y="24438"/>
                  </a:lnTo>
                  <a:cubicBezTo>
                    <a:pt x="300522" y="30920"/>
                    <a:pt x="297947" y="37136"/>
                    <a:pt x="293364" y="41719"/>
                  </a:cubicBezTo>
                  <a:cubicBezTo>
                    <a:pt x="288781" y="46302"/>
                    <a:pt x="282565" y="48877"/>
                    <a:pt x="276084" y="48877"/>
                  </a:cubicBezTo>
                  <a:lnTo>
                    <a:pt x="24438" y="48877"/>
                  </a:lnTo>
                  <a:cubicBezTo>
                    <a:pt x="17957" y="48877"/>
                    <a:pt x="11741" y="46302"/>
                    <a:pt x="7158" y="41719"/>
                  </a:cubicBezTo>
                  <a:cubicBezTo>
                    <a:pt x="2575" y="37136"/>
                    <a:pt x="0" y="30920"/>
                    <a:pt x="0" y="24438"/>
                  </a:cubicBezTo>
                  <a:lnTo>
                    <a:pt x="0" y="24438"/>
                  </a:lnTo>
                  <a:cubicBezTo>
                    <a:pt x="0" y="17957"/>
                    <a:pt x="2575" y="11741"/>
                    <a:pt x="7158" y="7158"/>
                  </a:cubicBezTo>
                  <a:cubicBezTo>
                    <a:pt x="11741" y="2575"/>
                    <a:pt x="17957" y="0"/>
                    <a:pt x="24438" y="0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300522" cy="86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4036353" y="9240484"/>
            <a:ext cx="2579013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–– Маршрут по фортам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487400" y="9736419"/>
            <a:ext cx="4800600" cy="414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dirty="0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–– </a:t>
            </a:r>
            <a:r>
              <a:rPr lang="en-US" sz="2399" dirty="0" err="1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Маршрут</a:t>
            </a:r>
            <a:r>
              <a:rPr lang="en-US" sz="2399" dirty="0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до</a:t>
            </a:r>
            <a:r>
              <a:rPr lang="en-US" sz="2399" dirty="0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Санкт-Петербурга</a:t>
            </a:r>
            <a:endParaRPr lang="en-US" sz="2399" dirty="0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4495845" y="1219277"/>
            <a:ext cx="9014416" cy="997739"/>
            <a:chOff x="0" y="0"/>
            <a:chExt cx="2374167" cy="26277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374167" cy="262779"/>
            </a:xfrm>
            <a:custGeom>
              <a:avLst/>
              <a:gdLst/>
              <a:ahLst/>
              <a:cxnLst/>
              <a:rect l="l" t="t" r="r" b="b"/>
              <a:pathLst>
                <a:path w="2374167" h="262779">
                  <a:moveTo>
                    <a:pt x="14600" y="0"/>
                  </a:moveTo>
                  <a:lnTo>
                    <a:pt x="2359567" y="0"/>
                  </a:lnTo>
                  <a:cubicBezTo>
                    <a:pt x="2367630" y="0"/>
                    <a:pt x="2374167" y="6537"/>
                    <a:pt x="2374167" y="14600"/>
                  </a:cubicBezTo>
                  <a:lnTo>
                    <a:pt x="2374167" y="248179"/>
                  </a:lnTo>
                  <a:cubicBezTo>
                    <a:pt x="2374167" y="256242"/>
                    <a:pt x="2367630" y="262779"/>
                    <a:pt x="2359567" y="262779"/>
                  </a:cubicBezTo>
                  <a:lnTo>
                    <a:pt x="14600" y="262779"/>
                  </a:lnTo>
                  <a:cubicBezTo>
                    <a:pt x="6537" y="262779"/>
                    <a:pt x="0" y="256242"/>
                    <a:pt x="0" y="248179"/>
                  </a:cubicBezTo>
                  <a:lnTo>
                    <a:pt x="0" y="14600"/>
                  </a:lnTo>
                  <a:cubicBezTo>
                    <a:pt x="0" y="6537"/>
                    <a:pt x="6537" y="0"/>
                    <a:pt x="14600" y="0"/>
                  </a:cubicBezTo>
                  <a:close/>
                </a:path>
              </a:pathLst>
            </a:custGeom>
            <a:solidFill>
              <a:srgbClr val="FEF3F3">
                <a:alpha val="74902"/>
              </a:srgbClr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76200"/>
              <a:ext cx="2374167" cy="3389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000000">
                      <a:alpha val="74902"/>
                    </a:srgbClr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Форт: Павел I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036353" y="3042690"/>
            <a:ext cx="4031806" cy="5770547"/>
            <a:chOff x="0" y="0"/>
            <a:chExt cx="1061875" cy="151981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61875" cy="1519815"/>
            </a:xfrm>
            <a:custGeom>
              <a:avLst/>
              <a:gdLst/>
              <a:ahLst/>
              <a:cxnLst/>
              <a:rect l="l" t="t" r="r" b="b"/>
              <a:pathLst>
                <a:path w="1061875" h="1519815">
                  <a:moveTo>
                    <a:pt x="32644" y="0"/>
                  </a:moveTo>
                  <a:lnTo>
                    <a:pt x="1029231" y="0"/>
                  </a:lnTo>
                  <a:cubicBezTo>
                    <a:pt x="1047260" y="0"/>
                    <a:pt x="1061875" y="14615"/>
                    <a:pt x="1061875" y="32644"/>
                  </a:cubicBezTo>
                  <a:lnTo>
                    <a:pt x="1061875" y="1487171"/>
                  </a:lnTo>
                  <a:cubicBezTo>
                    <a:pt x="1061875" y="1505200"/>
                    <a:pt x="1047260" y="1519815"/>
                    <a:pt x="1029231" y="1519815"/>
                  </a:cubicBezTo>
                  <a:lnTo>
                    <a:pt x="32644" y="1519815"/>
                  </a:lnTo>
                  <a:cubicBezTo>
                    <a:pt x="14615" y="1519815"/>
                    <a:pt x="0" y="1505200"/>
                    <a:pt x="0" y="1487171"/>
                  </a:cubicBezTo>
                  <a:lnTo>
                    <a:pt x="0" y="32644"/>
                  </a:lnTo>
                  <a:cubicBezTo>
                    <a:pt x="0" y="14615"/>
                    <a:pt x="14615" y="0"/>
                    <a:pt x="32644" y="0"/>
                  </a:cubicBezTo>
                  <a:close/>
                </a:path>
              </a:pathLst>
            </a:custGeom>
            <a:solidFill>
              <a:srgbClr val="129BD4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061875" cy="155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фото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495845" y="2376358"/>
            <a:ext cx="9014416" cy="6436879"/>
            <a:chOff x="0" y="0"/>
            <a:chExt cx="12019221" cy="8582505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12019221" cy="8582505"/>
              <a:chOff x="0" y="0"/>
              <a:chExt cx="2374167" cy="169531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2374167" cy="1695310"/>
              </a:xfrm>
              <a:custGeom>
                <a:avLst/>
                <a:gdLst/>
                <a:ahLst/>
                <a:cxnLst/>
                <a:rect l="l" t="t" r="r" b="b"/>
                <a:pathLst>
                  <a:path w="2374167" h="1695310">
                    <a:moveTo>
                      <a:pt x="14600" y="0"/>
                    </a:moveTo>
                    <a:lnTo>
                      <a:pt x="2359567" y="0"/>
                    </a:lnTo>
                    <a:cubicBezTo>
                      <a:pt x="2367630" y="0"/>
                      <a:pt x="2374167" y="6537"/>
                      <a:pt x="2374167" y="14600"/>
                    </a:cubicBezTo>
                    <a:lnTo>
                      <a:pt x="2374167" y="1680709"/>
                    </a:lnTo>
                    <a:cubicBezTo>
                      <a:pt x="2374167" y="1684582"/>
                      <a:pt x="2372629" y="1688295"/>
                      <a:pt x="2369891" y="1691033"/>
                    </a:cubicBezTo>
                    <a:cubicBezTo>
                      <a:pt x="2367153" y="1693771"/>
                      <a:pt x="2363439" y="1695310"/>
                      <a:pt x="2359567" y="1695310"/>
                    </a:cubicBezTo>
                    <a:lnTo>
                      <a:pt x="14600" y="1695310"/>
                    </a:lnTo>
                    <a:cubicBezTo>
                      <a:pt x="6537" y="1695310"/>
                      <a:pt x="0" y="1688773"/>
                      <a:pt x="0" y="1680709"/>
                    </a:cubicBezTo>
                    <a:lnTo>
                      <a:pt x="0" y="14600"/>
                    </a:lnTo>
                    <a:cubicBezTo>
                      <a:pt x="0" y="6537"/>
                      <a:pt x="6537" y="0"/>
                      <a:pt x="14600" y="0"/>
                    </a:cubicBezTo>
                    <a:close/>
                  </a:path>
                </a:pathLst>
              </a:custGeom>
              <a:solidFill>
                <a:srgbClr val="FEF3F3">
                  <a:alpha val="74902"/>
                </a:srgbClr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95250"/>
                <a:ext cx="2374167" cy="1790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7279"/>
                  </a:lnSpc>
                </a:pPr>
                <a:r>
                  <a:rPr lang="en-US" sz="5199">
                    <a:solidFill>
                      <a:srgbClr val="000000">
                        <a:alpha val="74902"/>
                      </a:srgbClr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Валера где инфа</a:t>
                </a:r>
              </a:p>
            </p:txBody>
          </p:sp>
        </p:grpSp>
        <p:sp>
          <p:nvSpPr>
            <p:cNvPr id="33" name="Freeform 33">
              <a:hlinkClick r:id="rId8" action="ppaction://hlinksldjump"/>
            </p:cNvPr>
            <p:cNvSpPr/>
            <p:nvPr/>
          </p:nvSpPr>
          <p:spPr>
            <a:xfrm>
              <a:off x="157168" y="7274403"/>
              <a:ext cx="1127099" cy="1066518"/>
            </a:xfrm>
            <a:custGeom>
              <a:avLst/>
              <a:gdLst/>
              <a:ahLst/>
              <a:cxnLst/>
              <a:rect l="l" t="t" r="r" b="b"/>
              <a:pathLst>
                <a:path w="1127099" h="1066518">
                  <a:moveTo>
                    <a:pt x="0" y="0"/>
                  </a:moveTo>
                  <a:lnTo>
                    <a:pt x="1127099" y="0"/>
                  </a:lnTo>
                  <a:lnTo>
                    <a:pt x="1127099" y="1066518"/>
                  </a:lnTo>
                  <a:lnTo>
                    <a:pt x="0" y="1066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06502" y="1028700"/>
            <a:ext cx="19901003" cy="8059906"/>
          </a:xfrm>
          <a:custGeom>
            <a:avLst/>
            <a:gdLst/>
            <a:ahLst/>
            <a:cxnLst/>
            <a:rect l="l" t="t" r="r" b="b"/>
            <a:pathLst>
              <a:path w="19901003" h="8059906">
                <a:moveTo>
                  <a:pt x="0" y="0"/>
                </a:moveTo>
                <a:lnTo>
                  <a:pt x="19901004" y="0"/>
                </a:lnTo>
                <a:lnTo>
                  <a:pt x="19901004" y="8059906"/>
                </a:lnTo>
                <a:lnTo>
                  <a:pt x="0" y="8059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3534066" y="2922198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458549" y="0"/>
                </a:moveTo>
                <a:lnTo>
                  <a:pt x="0" y="0"/>
                </a:lnTo>
                <a:lnTo>
                  <a:pt x="0" y="648889"/>
                </a:lnTo>
                <a:lnTo>
                  <a:pt x="458549" y="648889"/>
                </a:lnTo>
                <a:lnTo>
                  <a:pt x="45854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050396" y="3704333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0" y="0"/>
                </a:moveTo>
                <a:lnTo>
                  <a:pt x="458548" y="0"/>
                </a:lnTo>
                <a:lnTo>
                  <a:pt x="458548" y="648889"/>
                </a:lnTo>
                <a:lnTo>
                  <a:pt x="0" y="648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7164543" y="3936851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458549" y="0"/>
                </a:moveTo>
                <a:lnTo>
                  <a:pt x="0" y="0"/>
                </a:lnTo>
                <a:lnTo>
                  <a:pt x="0" y="648889"/>
                </a:lnTo>
                <a:lnTo>
                  <a:pt x="458549" y="648889"/>
                </a:lnTo>
                <a:lnTo>
                  <a:pt x="45854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5737761" y="6356298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458548" y="0"/>
                </a:moveTo>
                <a:lnTo>
                  <a:pt x="0" y="0"/>
                </a:lnTo>
                <a:lnTo>
                  <a:pt x="0" y="648889"/>
                </a:lnTo>
                <a:lnTo>
                  <a:pt x="458548" y="648889"/>
                </a:lnTo>
                <a:lnTo>
                  <a:pt x="45854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2964313" y="7312822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458549" y="0"/>
                </a:moveTo>
                <a:lnTo>
                  <a:pt x="0" y="0"/>
                </a:lnTo>
                <a:lnTo>
                  <a:pt x="0" y="648889"/>
                </a:lnTo>
                <a:lnTo>
                  <a:pt x="458549" y="648889"/>
                </a:lnTo>
                <a:lnTo>
                  <a:pt x="45854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215337" y="6198674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0" y="0"/>
                </a:moveTo>
                <a:lnTo>
                  <a:pt x="458549" y="0"/>
                </a:lnTo>
                <a:lnTo>
                  <a:pt x="458549" y="648890"/>
                </a:lnTo>
                <a:lnTo>
                  <a:pt x="0" y="648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043802" y="6198674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0" y="0"/>
                </a:moveTo>
                <a:lnTo>
                  <a:pt x="458549" y="0"/>
                </a:lnTo>
                <a:lnTo>
                  <a:pt x="458549" y="648890"/>
                </a:lnTo>
                <a:lnTo>
                  <a:pt x="0" y="648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295583" y="9353554"/>
            <a:ext cx="458548" cy="648889"/>
          </a:xfrm>
          <a:custGeom>
            <a:avLst/>
            <a:gdLst/>
            <a:ahLst/>
            <a:cxnLst/>
            <a:rect l="l" t="t" r="r" b="b"/>
            <a:pathLst>
              <a:path w="458548" h="648889">
                <a:moveTo>
                  <a:pt x="458549" y="0"/>
                </a:moveTo>
                <a:lnTo>
                  <a:pt x="0" y="0"/>
                </a:lnTo>
                <a:lnTo>
                  <a:pt x="0" y="648890"/>
                </a:lnTo>
                <a:lnTo>
                  <a:pt x="458549" y="648890"/>
                </a:lnTo>
                <a:lnTo>
                  <a:pt x="45854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138189" y="38100"/>
            <a:ext cx="1126814" cy="848184"/>
          </a:xfrm>
          <a:custGeom>
            <a:avLst/>
            <a:gdLst/>
            <a:ahLst/>
            <a:cxnLst/>
            <a:rect l="l" t="t" r="r" b="b"/>
            <a:pathLst>
              <a:path w="1126814" h="848184">
                <a:moveTo>
                  <a:pt x="0" y="0"/>
                </a:moveTo>
                <a:lnTo>
                  <a:pt x="1126814" y="0"/>
                </a:lnTo>
                <a:lnTo>
                  <a:pt x="1126814" y="848184"/>
                </a:lnTo>
                <a:lnTo>
                  <a:pt x="0" y="8481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810589" y="90143"/>
            <a:ext cx="648457" cy="833297"/>
          </a:xfrm>
          <a:custGeom>
            <a:avLst/>
            <a:gdLst/>
            <a:ahLst/>
            <a:cxnLst/>
            <a:rect l="l" t="t" r="r" b="b"/>
            <a:pathLst>
              <a:path w="648457" h="833297">
                <a:moveTo>
                  <a:pt x="0" y="0"/>
                </a:moveTo>
                <a:lnTo>
                  <a:pt x="648457" y="0"/>
                </a:lnTo>
                <a:lnTo>
                  <a:pt x="648457" y="833297"/>
                </a:lnTo>
                <a:lnTo>
                  <a:pt x="0" y="8332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-458452" y="9354467"/>
            <a:ext cx="990859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– При нажатии на флажок выходит информация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01896" y="156818"/>
            <a:ext cx="6698193" cy="766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55"/>
              </a:lnSpc>
            </a:pPr>
            <a:r>
              <a:rPr lang="en-US" sz="5472" spc="-54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Кронштадт – город фортов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518610" y="9328352"/>
            <a:ext cx="1141045" cy="185579"/>
            <a:chOff x="0" y="0"/>
            <a:chExt cx="300522" cy="4887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00522" cy="48877"/>
            </a:xfrm>
            <a:custGeom>
              <a:avLst/>
              <a:gdLst/>
              <a:ahLst/>
              <a:cxnLst/>
              <a:rect l="l" t="t" r="r" b="b"/>
              <a:pathLst>
                <a:path w="300522" h="48877">
                  <a:moveTo>
                    <a:pt x="24438" y="0"/>
                  </a:moveTo>
                  <a:lnTo>
                    <a:pt x="276084" y="0"/>
                  </a:lnTo>
                  <a:cubicBezTo>
                    <a:pt x="289581" y="0"/>
                    <a:pt x="300522" y="10941"/>
                    <a:pt x="300522" y="24438"/>
                  </a:cubicBezTo>
                  <a:lnTo>
                    <a:pt x="300522" y="24438"/>
                  </a:lnTo>
                  <a:cubicBezTo>
                    <a:pt x="300522" y="30920"/>
                    <a:pt x="297947" y="37136"/>
                    <a:pt x="293364" y="41719"/>
                  </a:cubicBezTo>
                  <a:cubicBezTo>
                    <a:pt x="288781" y="46302"/>
                    <a:pt x="282565" y="48877"/>
                    <a:pt x="276084" y="48877"/>
                  </a:cubicBezTo>
                  <a:lnTo>
                    <a:pt x="24438" y="48877"/>
                  </a:lnTo>
                  <a:cubicBezTo>
                    <a:pt x="17957" y="48877"/>
                    <a:pt x="11741" y="46302"/>
                    <a:pt x="7158" y="41719"/>
                  </a:cubicBezTo>
                  <a:cubicBezTo>
                    <a:pt x="2575" y="37136"/>
                    <a:pt x="0" y="30920"/>
                    <a:pt x="0" y="24438"/>
                  </a:cubicBezTo>
                  <a:lnTo>
                    <a:pt x="0" y="24438"/>
                  </a:lnTo>
                  <a:cubicBezTo>
                    <a:pt x="0" y="17957"/>
                    <a:pt x="2575" y="11741"/>
                    <a:pt x="7158" y="7158"/>
                  </a:cubicBezTo>
                  <a:cubicBezTo>
                    <a:pt x="11741" y="2575"/>
                    <a:pt x="17957" y="0"/>
                    <a:pt x="24438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300522" cy="86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518610" y="9881079"/>
            <a:ext cx="1141045" cy="185579"/>
            <a:chOff x="0" y="0"/>
            <a:chExt cx="300522" cy="4887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00522" cy="48877"/>
            </a:xfrm>
            <a:custGeom>
              <a:avLst/>
              <a:gdLst/>
              <a:ahLst/>
              <a:cxnLst/>
              <a:rect l="l" t="t" r="r" b="b"/>
              <a:pathLst>
                <a:path w="300522" h="48877">
                  <a:moveTo>
                    <a:pt x="24438" y="0"/>
                  </a:moveTo>
                  <a:lnTo>
                    <a:pt x="276084" y="0"/>
                  </a:lnTo>
                  <a:cubicBezTo>
                    <a:pt x="289581" y="0"/>
                    <a:pt x="300522" y="10941"/>
                    <a:pt x="300522" y="24438"/>
                  </a:cubicBezTo>
                  <a:lnTo>
                    <a:pt x="300522" y="24438"/>
                  </a:lnTo>
                  <a:cubicBezTo>
                    <a:pt x="300522" y="30920"/>
                    <a:pt x="297947" y="37136"/>
                    <a:pt x="293364" y="41719"/>
                  </a:cubicBezTo>
                  <a:cubicBezTo>
                    <a:pt x="288781" y="46302"/>
                    <a:pt x="282565" y="48877"/>
                    <a:pt x="276084" y="48877"/>
                  </a:cubicBezTo>
                  <a:lnTo>
                    <a:pt x="24438" y="48877"/>
                  </a:lnTo>
                  <a:cubicBezTo>
                    <a:pt x="17957" y="48877"/>
                    <a:pt x="11741" y="46302"/>
                    <a:pt x="7158" y="41719"/>
                  </a:cubicBezTo>
                  <a:cubicBezTo>
                    <a:pt x="2575" y="37136"/>
                    <a:pt x="0" y="30920"/>
                    <a:pt x="0" y="24438"/>
                  </a:cubicBezTo>
                  <a:lnTo>
                    <a:pt x="0" y="24438"/>
                  </a:lnTo>
                  <a:cubicBezTo>
                    <a:pt x="0" y="17957"/>
                    <a:pt x="2575" y="11741"/>
                    <a:pt x="7158" y="7158"/>
                  </a:cubicBezTo>
                  <a:cubicBezTo>
                    <a:pt x="11741" y="2575"/>
                    <a:pt x="17957" y="0"/>
                    <a:pt x="24438" y="0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300522" cy="86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4036353" y="9240484"/>
            <a:ext cx="2579013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–– Маршрут по фортам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335000" y="9736419"/>
            <a:ext cx="5105400" cy="414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dirty="0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–– </a:t>
            </a:r>
            <a:r>
              <a:rPr lang="en-US" sz="2399" dirty="0" err="1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Маршрут</a:t>
            </a:r>
            <a:r>
              <a:rPr lang="en-US" sz="2399" dirty="0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до</a:t>
            </a:r>
            <a:r>
              <a:rPr lang="en-US" sz="2399" dirty="0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 </a:t>
            </a:r>
            <a:r>
              <a:rPr lang="en-US" sz="2399" dirty="0" err="1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Санкт-Петербурга</a:t>
            </a:r>
            <a:endParaRPr lang="en-US" sz="2399" dirty="0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4495845" y="1219277"/>
            <a:ext cx="9014416" cy="997739"/>
            <a:chOff x="0" y="0"/>
            <a:chExt cx="2374167" cy="26277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374167" cy="262779"/>
            </a:xfrm>
            <a:custGeom>
              <a:avLst/>
              <a:gdLst/>
              <a:ahLst/>
              <a:cxnLst/>
              <a:rect l="l" t="t" r="r" b="b"/>
              <a:pathLst>
                <a:path w="2374167" h="262779">
                  <a:moveTo>
                    <a:pt x="14600" y="0"/>
                  </a:moveTo>
                  <a:lnTo>
                    <a:pt x="2359567" y="0"/>
                  </a:lnTo>
                  <a:cubicBezTo>
                    <a:pt x="2367630" y="0"/>
                    <a:pt x="2374167" y="6537"/>
                    <a:pt x="2374167" y="14600"/>
                  </a:cubicBezTo>
                  <a:lnTo>
                    <a:pt x="2374167" y="248179"/>
                  </a:lnTo>
                  <a:cubicBezTo>
                    <a:pt x="2374167" y="256242"/>
                    <a:pt x="2367630" y="262779"/>
                    <a:pt x="2359567" y="262779"/>
                  </a:cubicBezTo>
                  <a:lnTo>
                    <a:pt x="14600" y="262779"/>
                  </a:lnTo>
                  <a:cubicBezTo>
                    <a:pt x="6537" y="262779"/>
                    <a:pt x="0" y="256242"/>
                    <a:pt x="0" y="248179"/>
                  </a:cubicBezTo>
                  <a:lnTo>
                    <a:pt x="0" y="14600"/>
                  </a:lnTo>
                  <a:cubicBezTo>
                    <a:pt x="0" y="6537"/>
                    <a:pt x="6537" y="0"/>
                    <a:pt x="14600" y="0"/>
                  </a:cubicBezTo>
                  <a:close/>
                </a:path>
              </a:pathLst>
            </a:custGeom>
            <a:solidFill>
              <a:srgbClr val="FEF3F3">
                <a:alpha val="74902"/>
              </a:srgbClr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76200"/>
              <a:ext cx="2374167" cy="3389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000000">
                      <a:alpha val="74902"/>
                    </a:srgbClr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Форт: Милютин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036353" y="3042690"/>
            <a:ext cx="4031806" cy="5770547"/>
            <a:chOff x="0" y="0"/>
            <a:chExt cx="1061875" cy="151981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61875" cy="1519815"/>
            </a:xfrm>
            <a:custGeom>
              <a:avLst/>
              <a:gdLst/>
              <a:ahLst/>
              <a:cxnLst/>
              <a:rect l="l" t="t" r="r" b="b"/>
              <a:pathLst>
                <a:path w="1061875" h="1519815">
                  <a:moveTo>
                    <a:pt x="32644" y="0"/>
                  </a:moveTo>
                  <a:lnTo>
                    <a:pt x="1029231" y="0"/>
                  </a:lnTo>
                  <a:cubicBezTo>
                    <a:pt x="1047260" y="0"/>
                    <a:pt x="1061875" y="14615"/>
                    <a:pt x="1061875" y="32644"/>
                  </a:cubicBezTo>
                  <a:lnTo>
                    <a:pt x="1061875" y="1487171"/>
                  </a:lnTo>
                  <a:cubicBezTo>
                    <a:pt x="1061875" y="1505200"/>
                    <a:pt x="1047260" y="1519815"/>
                    <a:pt x="1029231" y="1519815"/>
                  </a:cubicBezTo>
                  <a:lnTo>
                    <a:pt x="32644" y="1519815"/>
                  </a:lnTo>
                  <a:cubicBezTo>
                    <a:pt x="14615" y="1519815"/>
                    <a:pt x="0" y="1505200"/>
                    <a:pt x="0" y="1487171"/>
                  </a:cubicBezTo>
                  <a:lnTo>
                    <a:pt x="0" y="32644"/>
                  </a:lnTo>
                  <a:cubicBezTo>
                    <a:pt x="0" y="14615"/>
                    <a:pt x="14615" y="0"/>
                    <a:pt x="32644" y="0"/>
                  </a:cubicBezTo>
                  <a:close/>
                </a:path>
              </a:pathLst>
            </a:custGeom>
            <a:solidFill>
              <a:srgbClr val="129BD4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061875" cy="155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фото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495845" y="2376358"/>
            <a:ext cx="9014416" cy="6436879"/>
            <a:chOff x="0" y="0"/>
            <a:chExt cx="2374167" cy="169531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374167" cy="1695310"/>
            </a:xfrm>
            <a:custGeom>
              <a:avLst/>
              <a:gdLst/>
              <a:ahLst/>
              <a:cxnLst/>
              <a:rect l="l" t="t" r="r" b="b"/>
              <a:pathLst>
                <a:path w="2374167" h="1695310">
                  <a:moveTo>
                    <a:pt x="14600" y="0"/>
                  </a:moveTo>
                  <a:lnTo>
                    <a:pt x="2359567" y="0"/>
                  </a:lnTo>
                  <a:cubicBezTo>
                    <a:pt x="2367630" y="0"/>
                    <a:pt x="2374167" y="6537"/>
                    <a:pt x="2374167" y="14600"/>
                  </a:cubicBezTo>
                  <a:lnTo>
                    <a:pt x="2374167" y="1680709"/>
                  </a:lnTo>
                  <a:cubicBezTo>
                    <a:pt x="2374167" y="1684582"/>
                    <a:pt x="2372629" y="1688295"/>
                    <a:pt x="2369891" y="1691033"/>
                  </a:cubicBezTo>
                  <a:cubicBezTo>
                    <a:pt x="2367153" y="1693771"/>
                    <a:pt x="2363439" y="1695310"/>
                    <a:pt x="2359567" y="1695310"/>
                  </a:cubicBezTo>
                  <a:lnTo>
                    <a:pt x="14600" y="1695310"/>
                  </a:lnTo>
                  <a:cubicBezTo>
                    <a:pt x="6537" y="1695310"/>
                    <a:pt x="0" y="1688773"/>
                    <a:pt x="0" y="1680709"/>
                  </a:cubicBezTo>
                  <a:lnTo>
                    <a:pt x="0" y="14600"/>
                  </a:lnTo>
                  <a:cubicBezTo>
                    <a:pt x="0" y="6537"/>
                    <a:pt x="6537" y="0"/>
                    <a:pt x="14600" y="0"/>
                  </a:cubicBezTo>
                  <a:close/>
                </a:path>
              </a:pathLst>
            </a:custGeom>
            <a:solidFill>
              <a:srgbClr val="FEF3F3">
                <a:alpha val="74902"/>
              </a:srgbClr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95250"/>
              <a:ext cx="2374167" cy="1790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79"/>
                </a:lnSpc>
              </a:pPr>
              <a:r>
                <a:rPr lang="en-US" sz="5199">
                  <a:solidFill>
                    <a:srgbClr val="000000">
                      <a:alpha val="74902"/>
                    </a:srgbClr>
                  </a:solidFill>
                  <a:latin typeface="Open Sans"/>
                  <a:ea typeface="Open Sans"/>
                  <a:cs typeface="Open Sans"/>
                  <a:sym typeface="Open Sans"/>
                </a:rPr>
                <a:t>Валера где инфа</a:t>
              </a:r>
            </a:p>
          </p:txBody>
        </p:sp>
      </p:grpSp>
      <p:sp>
        <p:nvSpPr>
          <p:cNvPr id="32" name="Freeform 32">
            <a:hlinkClick r:id="rId8" action="ppaction://hlinksldjump"/>
          </p:cNvPr>
          <p:cNvSpPr/>
          <p:nvPr/>
        </p:nvSpPr>
        <p:spPr>
          <a:xfrm>
            <a:off x="4613721" y="7832161"/>
            <a:ext cx="845324" cy="799888"/>
          </a:xfrm>
          <a:custGeom>
            <a:avLst/>
            <a:gdLst/>
            <a:ahLst/>
            <a:cxnLst/>
            <a:rect l="l" t="t" r="r" b="b"/>
            <a:pathLst>
              <a:path w="845324" h="799888">
                <a:moveTo>
                  <a:pt x="0" y="0"/>
                </a:moveTo>
                <a:lnTo>
                  <a:pt x="845325" y="0"/>
                </a:lnTo>
                <a:lnTo>
                  <a:pt x="845325" y="799888"/>
                </a:lnTo>
                <a:lnTo>
                  <a:pt x="0" y="7998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208</Words>
  <Application>Microsoft Office PowerPoint</Application>
  <PresentationFormat>Произвольный</PresentationFormat>
  <Paragraphs>53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Open Sans</vt:lpstr>
      <vt:lpstr>Arial</vt:lpstr>
      <vt:lpstr>Merriweather</vt:lpstr>
      <vt:lpstr>Caveat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Старт на луну</dc:title>
  <cp:lastModifiedBy>Leon Silny</cp:lastModifiedBy>
  <cp:revision>4</cp:revision>
  <dcterms:created xsi:type="dcterms:W3CDTF">2006-08-16T00:00:00Z</dcterms:created>
  <dcterms:modified xsi:type="dcterms:W3CDTF">2026-01-09T15:24:16Z</dcterms:modified>
  <dc:identifier>DAG86N2bA6E</dc:identifier>
</cp:coreProperties>
</file>